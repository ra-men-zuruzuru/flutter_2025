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24384000" cy="13716000"/>
  <p:notesSz cx="6858000" cy="9144000"/>
  <p:embeddedFontLst>
    <p:embeddedFont>
      <p:font typeface="Pretendard JP Bold"/>
      <p:bold r:id="rId17"/>
    </p:embeddedFont>
    <p:embeddedFont>
      <p:font typeface="Gen Jyuu GothicL Bold"/>
      <p:bold r:id="rId18"/>
    </p:embeddedFont>
    <p:embeddedFont>
      <p:font typeface="Pretendard JP Regular"/>
      <p:regular r:id="rId19"/>
    </p:embeddedFont>
    <p:embeddedFont>
      <p:font typeface="Zen Maru Gothic Black"/>
      <p:bold r:id="rId20"/>
    </p:embeddedFont>
    <p:embeddedFont>
      <p:font typeface="Gen Jyuu GothicX Medium"/>
      <p:bold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.fntdata" Type="http://schemas.openxmlformats.org/officeDocument/2006/relationships/font"/><Relationship Id="rId18" Target="fonts/font2.fntdata" Type="http://schemas.openxmlformats.org/officeDocument/2006/relationships/font"/><Relationship Id="rId19" Target="fonts/font3.fntdata" Type="http://schemas.openxmlformats.org/officeDocument/2006/relationships/font"/><Relationship Id="rId2" Target="presProps.xml" Type="http://schemas.openxmlformats.org/officeDocument/2006/relationships/presProps"/><Relationship Id="rId20" Target="fonts/font4.fntdata" Type="http://schemas.openxmlformats.org/officeDocument/2006/relationships/font"/><Relationship Id="rId21" Target="fonts/font5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png" Type="http://schemas.openxmlformats.org/officeDocument/2006/relationships/image"/><Relationship Id="rId11" Target="../media/image11.png" Type="http://schemas.openxmlformats.org/officeDocument/2006/relationships/image"/><Relationship Id="rId2" Target="../media/image2.png" Type="http://schemas.openxmlformats.org/officeDocument/2006/relationships/image"/><Relationship Id="rId3" Target="../media/image3.pn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media/image6.png" Type="http://schemas.openxmlformats.org/officeDocument/2006/relationships/image"/><Relationship Id="rId7" Target="../media/image7.png" Type="http://schemas.openxmlformats.org/officeDocument/2006/relationships/image"/><Relationship Id="rId8" Target="../media/image8.png" Type="http://schemas.openxmlformats.org/officeDocument/2006/relationships/image"/><Relationship Id="rId9" Target="../media/image9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0.png" Type="http://schemas.openxmlformats.org/officeDocument/2006/relationships/image"/><Relationship Id="rId11" Target="../media/image21.png" Type="http://schemas.openxmlformats.org/officeDocument/2006/relationships/image"/><Relationship Id="rId12" Target="../media/image22.png" Type="http://schemas.openxmlformats.org/officeDocument/2006/relationships/image"/><Relationship Id="rId13" Target="../media/image23.png" Type="http://schemas.openxmlformats.org/officeDocument/2006/relationships/image"/><Relationship Id="rId14" Target="../media/image24.png" Type="http://schemas.openxmlformats.org/officeDocument/2006/relationships/image"/><Relationship Id="rId15" Target="../media/image25.png" Type="http://schemas.openxmlformats.org/officeDocument/2006/relationships/image"/><Relationship Id="rId16" Target="../media/image2.png" Type="http://schemas.openxmlformats.org/officeDocument/2006/relationships/image"/><Relationship Id="rId17" Target="../media/image26.png" Type="http://schemas.openxmlformats.org/officeDocument/2006/relationships/image"/><Relationship Id="rId2" Target="../media/image12.png" Type="http://schemas.openxmlformats.org/officeDocument/2006/relationships/image"/><Relationship Id="rId3" Target="../media/image13.png" Type="http://schemas.openxmlformats.org/officeDocument/2006/relationships/image"/><Relationship Id="rId4" Target="../media/image14.png" Type="http://schemas.openxmlformats.org/officeDocument/2006/relationships/image"/><Relationship Id="rId5" Target="../media/image15.png" Type="http://schemas.openxmlformats.org/officeDocument/2006/relationships/image"/><Relationship Id="rId6" Target="../media/image16.png" Type="http://schemas.openxmlformats.org/officeDocument/2006/relationships/image"/><Relationship Id="rId7" Target="../media/image17.png" Type="http://schemas.openxmlformats.org/officeDocument/2006/relationships/image"/><Relationship Id="rId8" Target="../media/image18.png" Type="http://schemas.openxmlformats.org/officeDocument/2006/relationships/image"/><Relationship Id="rId9" Target="../media/image19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3.png" Type="http://schemas.openxmlformats.org/officeDocument/2006/relationships/image"/><Relationship Id="rId11" Target="../media/image34.png" Type="http://schemas.openxmlformats.org/officeDocument/2006/relationships/image"/><Relationship Id="rId12" Target="../media/image35.png" Type="http://schemas.openxmlformats.org/officeDocument/2006/relationships/image"/><Relationship Id="rId2" Target="../media/image27.png" Type="http://schemas.openxmlformats.org/officeDocument/2006/relationships/image"/><Relationship Id="rId3" Target="../media/image21.png" Type="http://schemas.openxmlformats.org/officeDocument/2006/relationships/image"/><Relationship Id="rId4" Target="../media/image28.png" Type="http://schemas.openxmlformats.org/officeDocument/2006/relationships/image"/><Relationship Id="rId5" Target="../media/image29.png" Type="http://schemas.openxmlformats.org/officeDocument/2006/relationships/image"/><Relationship Id="rId6" Target="../media/image30.png" Type="http://schemas.openxmlformats.org/officeDocument/2006/relationships/image"/><Relationship Id="rId7" Target="../media/image31.png" Type="http://schemas.openxmlformats.org/officeDocument/2006/relationships/image"/><Relationship Id="rId8" Target="../media/image2.png" Type="http://schemas.openxmlformats.org/officeDocument/2006/relationships/image"/><Relationship Id="rId9" Target="../media/image3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6.png" Type="http://schemas.openxmlformats.org/officeDocument/2006/relationships/image"/><Relationship Id="rId3" Target="../media/image21.png" Type="http://schemas.openxmlformats.org/officeDocument/2006/relationships/image"/><Relationship Id="rId4" Target="../media/image37.png" Type="http://schemas.openxmlformats.org/officeDocument/2006/relationships/image"/><Relationship Id="rId5" Target="../media/image38.png" Type="http://schemas.openxmlformats.org/officeDocument/2006/relationships/image"/><Relationship Id="rId6" Target="../media/image39.png" Type="http://schemas.openxmlformats.org/officeDocument/2006/relationships/image"/><Relationship Id="rId7" Target="../media/image40.png" Type="http://schemas.openxmlformats.org/officeDocument/2006/relationships/image"/><Relationship Id="rId8" Target="../media/image2.png" Type="http://schemas.openxmlformats.org/officeDocument/2006/relationships/image"/><Relationship Id="rId9" Target="../media/image4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2.png" Type="http://schemas.openxmlformats.org/officeDocument/2006/relationships/image"/><Relationship Id="rId3" Target="../media/image21.png" Type="http://schemas.openxmlformats.org/officeDocument/2006/relationships/image"/><Relationship Id="rId4" Target="../media/image43.png" Type="http://schemas.openxmlformats.org/officeDocument/2006/relationships/image"/><Relationship Id="rId5" Target="../media/image44.png" Type="http://schemas.openxmlformats.org/officeDocument/2006/relationships/image"/><Relationship Id="rId6" Target="../media/image45.png" Type="http://schemas.openxmlformats.org/officeDocument/2006/relationships/image"/><Relationship Id="rId7" Target="../media/image4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7.png" Type="http://schemas.openxmlformats.org/officeDocument/2006/relationships/image"/><Relationship Id="rId3" Target="../media/image21.png" Type="http://schemas.openxmlformats.org/officeDocument/2006/relationships/image"/><Relationship Id="rId4" Target="../media/image43.png" Type="http://schemas.openxmlformats.org/officeDocument/2006/relationships/image"/><Relationship Id="rId5" Target="../media/image44.png" Type="http://schemas.openxmlformats.org/officeDocument/2006/relationships/image"/><Relationship Id="rId6" Target="../media/image45.png" Type="http://schemas.openxmlformats.org/officeDocument/2006/relationships/image"/><Relationship Id="rId7" Target="../media/image46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7.png" Type="http://schemas.openxmlformats.org/officeDocument/2006/relationships/image"/><Relationship Id="rId3" Target="../media/image21.png" Type="http://schemas.openxmlformats.org/officeDocument/2006/relationships/image"/><Relationship Id="rId4" Target="../media/image43.png" Type="http://schemas.openxmlformats.org/officeDocument/2006/relationships/image"/><Relationship Id="rId5" Target="../media/image44.png" Type="http://schemas.openxmlformats.org/officeDocument/2006/relationships/image"/><Relationship Id="rId6" Target="../media/image45.png" Type="http://schemas.openxmlformats.org/officeDocument/2006/relationships/image"/><Relationship Id="rId7" Target="../media/image46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8.png" Type="http://schemas.openxmlformats.org/officeDocument/2006/relationships/image"/><Relationship Id="rId3" Target="../media/image21.png" Type="http://schemas.openxmlformats.org/officeDocument/2006/relationships/image"/><Relationship Id="rId4" Target="../media/image49.png" Type="http://schemas.openxmlformats.org/officeDocument/2006/relationships/image"/><Relationship Id="rId5" Target="../media/image50.png" Type="http://schemas.openxmlformats.org/officeDocument/2006/relationships/image"/><Relationship Id="rId6" Target="../media/image43.png" Type="http://schemas.openxmlformats.org/officeDocument/2006/relationships/image"/><Relationship Id="rId7" Target="../media/image44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16AC98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4051300" y="3695700"/>
            <a:ext cx="16268700" cy="5130800"/>
          </a:xfrm>
          <a:prstGeom prst="rect">
            <a:avLst/>
          </a:prstGeom>
          <a:effectLst>
            <a:outerShdw dir="2700000" dist="92720" blurRad="0">
              <a:srgbClr val="000000">
                <a:alpha val="40000"/>
              </a:srgbClr>
            </a:outerShdw>
          </a:effectLst>
        </p:spPr>
      </p:pic>
      <p:sp>
        <p:nvSpPr>
          <p:cNvPr name="TextBox 3" id="3"/>
          <p:cNvSpPr txBox="true"/>
          <p:nvPr/>
        </p:nvSpPr>
        <p:spPr>
          <a:xfrm rot="0">
            <a:off x="18186400" y="10515600"/>
            <a:ext cx="4267200" cy="1193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6740" b="false" i="false" u="none" strike="noStrike">
                <a:solidFill>
                  <a:srgbClr val="FECCBE"/>
                </a:solidFill>
                <a:latin typeface="Pretendard JP Bold"/>
                <a:ea typeface="Pretendard JP Bold"/>
                <a:cs typeface="Pretendard JP Bold"/>
              </a:rPr>
              <a:t>五十嵐大希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16AC98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06500" y="457200"/>
            <a:ext cx="6083300" cy="2260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2742" b="false" i="false" u="none" strike="noStrike">
                <a:solidFill>
                  <a:srgbClr val="FED860"/>
                </a:solidFill>
                <a:latin typeface="Pretendard JP Bold"/>
                <a:ea typeface="Pretendard JP Bold"/>
                <a:cs typeface="Pretendard JP Bold"/>
              </a:rPr>
              <a:t>もくじ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514600" y="3086100"/>
            <a:ext cx="1778000" cy="1778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2514600" y="3086100"/>
            <a:ext cx="1778000" cy="17780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2755900" y="3403600"/>
            <a:ext cx="1295400" cy="1155700"/>
          </a:xfrm>
          <a:prstGeom prst="rect">
            <a:avLst/>
          </a:prstGeom>
        </p:spPr>
        <p:txBody>
          <a:bodyPr anchor="t" rtlCol="false" lIns="0" tIns="67733" rIns="0" bIns="0"/>
          <a:lstStyle/>
          <a:p>
            <a:pPr algn="ctr" lvl="0">
              <a:lnSpc>
                <a:spcPct val="99600"/>
              </a:lnSpc>
            </a:pPr>
            <a:r>
              <a:rPr lang="en-US" sz="6379" b="false" i="false" u="none" strike="noStrike">
                <a:solidFill>
                  <a:srgbClr val="004968"/>
                </a:solidFill>
                <a:latin typeface="Gen Jyuu GothicL Bold"/>
                <a:ea typeface="Gen Jyuu GothicL Bold"/>
                <a:cs typeface="Gen Jyuu GothicL Bold"/>
              </a:rPr>
              <a:t>01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749800" y="3225800"/>
            <a:ext cx="7480300" cy="1358900"/>
          </a:xfrm>
          <a:prstGeom prst="rect">
            <a:avLst/>
          </a:prstGeom>
        </p:spPr>
        <p:txBody>
          <a:bodyPr anchor="ctr" rtlCol="false" lIns="0" tIns="34157" rIns="0" bIns="34157"/>
          <a:lstStyle/>
          <a:p>
            <a:pPr algn="l" lvl="0">
              <a:lnSpc>
                <a:spcPct val="107899"/>
              </a:lnSpc>
            </a:pPr>
            <a:r>
              <a:rPr lang="en-US" sz="5152" b="false" i="false" u="none" strike="noStrike">
                <a:solidFill>
                  <a:srgbClr val="FECCBE"/>
                </a:solidFill>
                <a:latin typeface="Gen Jyuu GothicL Bold"/>
                <a:ea typeface="Gen Jyuu GothicL Bold"/>
                <a:cs typeface="Gen Jyuu GothicL Bold"/>
              </a:rPr>
              <a:t>数あてカジノとは？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2280900" y="3086100"/>
            <a:ext cx="1778000" cy="17780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2280900" y="3086100"/>
            <a:ext cx="1778000" cy="1778000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12522200" y="3403600"/>
            <a:ext cx="1295400" cy="1155700"/>
          </a:xfrm>
          <a:prstGeom prst="rect">
            <a:avLst/>
          </a:prstGeom>
        </p:spPr>
        <p:txBody>
          <a:bodyPr anchor="t" rtlCol="false" lIns="0" tIns="67733" rIns="0" bIns="0"/>
          <a:lstStyle/>
          <a:p>
            <a:pPr algn="ctr" lvl="0">
              <a:lnSpc>
                <a:spcPct val="99600"/>
              </a:lnSpc>
            </a:pPr>
            <a:r>
              <a:rPr lang="en-US" sz="6379" b="false" i="false" u="none" strike="noStrike">
                <a:solidFill>
                  <a:srgbClr val="004968"/>
                </a:solidFill>
                <a:latin typeface="Gen Jyuu GothicL Bold"/>
                <a:ea typeface="Gen Jyuu GothicL Bold"/>
                <a:cs typeface="Gen Jyuu GothicL Bold"/>
              </a:rPr>
              <a:t>02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516100" y="3225800"/>
            <a:ext cx="7543800" cy="1524000"/>
          </a:xfrm>
          <a:prstGeom prst="rect">
            <a:avLst/>
          </a:prstGeom>
        </p:spPr>
        <p:txBody>
          <a:bodyPr anchor="ctr" rtlCol="false" lIns="0" tIns="34157" rIns="0" bIns="34157"/>
          <a:lstStyle/>
          <a:p>
            <a:pPr algn="l" lvl="0">
              <a:lnSpc>
                <a:spcPct val="107899"/>
              </a:lnSpc>
            </a:pPr>
            <a:r>
              <a:rPr lang="en-US" sz="5152" b="false" i="false" u="none" strike="noStrike">
                <a:solidFill>
                  <a:srgbClr val="FECCBE"/>
                </a:solidFill>
                <a:latin typeface="Gen Jyuu GothicL Bold"/>
                <a:ea typeface="Gen Jyuu GothicL Bold"/>
                <a:cs typeface="Gen Jyuu GothicL Bold"/>
              </a:rPr>
              <a:t>作った理由</a:t>
            </a:r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514600" y="5626100"/>
            <a:ext cx="1778000" cy="17780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514600" y="5626100"/>
            <a:ext cx="1778000" cy="1778000"/>
          </a:xfrm>
          <a:prstGeom prst="rect">
            <a:avLst/>
          </a:prstGeom>
        </p:spPr>
      </p:pic>
      <p:sp>
        <p:nvSpPr>
          <p:cNvPr name="TextBox 13" id="13"/>
          <p:cNvSpPr txBox="true"/>
          <p:nvPr/>
        </p:nvSpPr>
        <p:spPr>
          <a:xfrm rot="0">
            <a:off x="2755900" y="5930900"/>
            <a:ext cx="1295400" cy="1155700"/>
          </a:xfrm>
          <a:prstGeom prst="rect">
            <a:avLst/>
          </a:prstGeom>
        </p:spPr>
        <p:txBody>
          <a:bodyPr anchor="t" rtlCol="false" lIns="0" tIns="67733" rIns="0" bIns="0"/>
          <a:lstStyle/>
          <a:p>
            <a:pPr algn="ctr" lvl="0">
              <a:lnSpc>
                <a:spcPct val="99600"/>
              </a:lnSpc>
            </a:pPr>
            <a:r>
              <a:rPr lang="en-US" sz="6379" b="false" i="false" u="none" strike="noStrike">
                <a:solidFill>
                  <a:srgbClr val="004968"/>
                </a:solidFill>
                <a:latin typeface="Gen Jyuu GothicL Bold"/>
                <a:ea typeface="Gen Jyuu GothicL Bold"/>
                <a:cs typeface="Gen Jyuu GothicL Bold"/>
              </a:rPr>
              <a:t>03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749800" y="5753100"/>
            <a:ext cx="7480300" cy="1562100"/>
          </a:xfrm>
          <a:prstGeom prst="rect">
            <a:avLst/>
          </a:prstGeom>
        </p:spPr>
        <p:txBody>
          <a:bodyPr anchor="ctr" rtlCol="false" lIns="0" tIns="34157" rIns="0" bIns="34157"/>
          <a:lstStyle/>
          <a:p>
            <a:pPr algn="l" lvl="0">
              <a:lnSpc>
                <a:spcPct val="107899"/>
              </a:lnSpc>
            </a:pPr>
            <a:r>
              <a:rPr lang="en-US" sz="5152" b="false" i="false" u="none" strike="noStrike">
                <a:solidFill>
                  <a:srgbClr val="FECCBE"/>
                </a:solidFill>
                <a:latin typeface="Gen Jyuu GothicL Bold"/>
                <a:ea typeface="Gen Jyuu GothicL Bold"/>
                <a:cs typeface="Gen Jyuu GothicL Bold"/>
              </a:rPr>
              <a:t>主な機能</a:t>
            </a:r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2280900" y="5626100"/>
            <a:ext cx="1778000" cy="17780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280900" y="5626100"/>
            <a:ext cx="1778000" cy="1778000"/>
          </a:xfrm>
          <a:prstGeom prst="rect">
            <a:avLst/>
          </a:prstGeom>
        </p:spPr>
      </p:pic>
      <p:sp>
        <p:nvSpPr>
          <p:cNvPr name="TextBox 17" id="17"/>
          <p:cNvSpPr txBox="true"/>
          <p:nvPr/>
        </p:nvSpPr>
        <p:spPr>
          <a:xfrm rot="0">
            <a:off x="12522200" y="5930900"/>
            <a:ext cx="1295400" cy="1155700"/>
          </a:xfrm>
          <a:prstGeom prst="rect">
            <a:avLst/>
          </a:prstGeom>
        </p:spPr>
        <p:txBody>
          <a:bodyPr anchor="t" rtlCol="false" lIns="0" tIns="67733" rIns="0" bIns="0"/>
          <a:lstStyle/>
          <a:p>
            <a:pPr algn="ctr" lvl="0">
              <a:lnSpc>
                <a:spcPct val="99600"/>
              </a:lnSpc>
            </a:pPr>
            <a:r>
              <a:rPr lang="en-US" sz="6379" b="false" i="false" u="none" strike="noStrike">
                <a:solidFill>
                  <a:srgbClr val="004968"/>
                </a:solidFill>
                <a:latin typeface="Gen Jyuu GothicL Bold"/>
                <a:ea typeface="Gen Jyuu GothicL Bold"/>
                <a:cs typeface="Gen Jyuu GothicL Bold"/>
              </a:rPr>
              <a:t>04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516100" y="5753100"/>
            <a:ext cx="7543800" cy="1689100"/>
          </a:xfrm>
          <a:prstGeom prst="rect">
            <a:avLst/>
          </a:prstGeom>
        </p:spPr>
        <p:txBody>
          <a:bodyPr anchor="ctr" rtlCol="false" lIns="0" tIns="34157" rIns="0" bIns="34157"/>
          <a:lstStyle/>
          <a:p>
            <a:pPr algn="l" lvl="0">
              <a:lnSpc>
                <a:spcPct val="107899"/>
              </a:lnSpc>
            </a:pPr>
            <a:r>
              <a:rPr lang="en-US" sz="5152" b="false" i="false" u="none" strike="noStrike">
                <a:solidFill>
                  <a:srgbClr val="FECCBE"/>
                </a:solidFill>
                <a:latin typeface="Gen Jyuu GothicL Bold"/>
                <a:ea typeface="Gen Jyuu GothicL Bold"/>
                <a:cs typeface="Gen Jyuu GothicL Bold"/>
              </a:rPr>
              <a:t>ゲームの流れ</a:t>
            </a:r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2514600" y="8204200"/>
            <a:ext cx="1778000" cy="18161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514600" y="8204200"/>
            <a:ext cx="1778000" cy="1816100"/>
          </a:xfrm>
          <a:prstGeom prst="rect">
            <a:avLst/>
          </a:prstGeom>
        </p:spPr>
      </p:pic>
      <p:sp>
        <p:nvSpPr>
          <p:cNvPr name="TextBox 21" id="21"/>
          <p:cNvSpPr txBox="true"/>
          <p:nvPr/>
        </p:nvSpPr>
        <p:spPr>
          <a:xfrm rot="0">
            <a:off x="2755900" y="8572500"/>
            <a:ext cx="1295400" cy="1155700"/>
          </a:xfrm>
          <a:prstGeom prst="rect">
            <a:avLst/>
          </a:prstGeom>
        </p:spPr>
        <p:txBody>
          <a:bodyPr anchor="t" rtlCol="false" lIns="0" tIns="67733" rIns="0" bIns="0"/>
          <a:lstStyle/>
          <a:p>
            <a:pPr algn="ctr" lvl="0">
              <a:lnSpc>
                <a:spcPct val="99600"/>
              </a:lnSpc>
            </a:pPr>
            <a:r>
              <a:rPr lang="en-US" sz="6379" b="false" i="false" u="none" strike="noStrike">
                <a:solidFill>
                  <a:srgbClr val="004968"/>
                </a:solidFill>
                <a:latin typeface="Gen Jyuu GothicL Bold"/>
                <a:ea typeface="Gen Jyuu GothicL Bold"/>
                <a:cs typeface="Gen Jyuu GothicL Bold"/>
              </a:rPr>
              <a:t>05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4749800" y="8343900"/>
            <a:ext cx="7480300" cy="1320800"/>
          </a:xfrm>
          <a:prstGeom prst="rect">
            <a:avLst/>
          </a:prstGeom>
        </p:spPr>
        <p:txBody>
          <a:bodyPr anchor="ctr" rtlCol="false" lIns="0" tIns="34157" rIns="0" bIns="34157"/>
          <a:lstStyle/>
          <a:p>
            <a:pPr algn="l" lvl="0">
              <a:lnSpc>
                <a:spcPct val="107899"/>
              </a:lnSpc>
            </a:pPr>
            <a:r>
              <a:rPr lang="en-US" sz="5152" b="false" i="false" u="none" strike="noStrike">
                <a:solidFill>
                  <a:srgbClr val="FECCBE"/>
                </a:solidFill>
                <a:latin typeface="Gen Jyuu GothicL Bold"/>
                <a:ea typeface="Gen Jyuu GothicL Bold"/>
                <a:cs typeface="Gen Jyuu GothicL Bold"/>
              </a:rPr>
              <a:t>工夫した点</a:t>
            </a:r>
          </a:p>
        </p:txBody>
      </p:sp>
      <p:pic>
        <p:nvPicPr>
          <p:cNvPr name="Picture 23" id="2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2280900" y="8204200"/>
            <a:ext cx="1778000" cy="17780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2280900" y="8204200"/>
            <a:ext cx="1778000" cy="1778000"/>
          </a:xfrm>
          <a:prstGeom prst="rect">
            <a:avLst/>
          </a:prstGeom>
        </p:spPr>
      </p:pic>
      <p:sp>
        <p:nvSpPr>
          <p:cNvPr name="TextBox 25" id="25"/>
          <p:cNvSpPr txBox="true"/>
          <p:nvPr/>
        </p:nvSpPr>
        <p:spPr>
          <a:xfrm rot="0">
            <a:off x="12522200" y="8521700"/>
            <a:ext cx="1295400" cy="1155700"/>
          </a:xfrm>
          <a:prstGeom prst="rect">
            <a:avLst/>
          </a:prstGeom>
        </p:spPr>
        <p:txBody>
          <a:bodyPr anchor="t" rtlCol="false" lIns="0" tIns="67733" rIns="0" bIns="0"/>
          <a:lstStyle/>
          <a:p>
            <a:pPr algn="ctr" lvl="0">
              <a:lnSpc>
                <a:spcPct val="99600"/>
              </a:lnSpc>
            </a:pPr>
            <a:r>
              <a:rPr lang="en-US" sz="6379" b="false" i="false" u="none" strike="noStrike">
                <a:solidFill>
                  <a:srgbClr val="004968"/>
                </a:solidFill>
                <a:latin typeface="Gen Jyuu GothicL Bold"/>
                <a:ea typeface="Gen Jyuu GothicL Bold"/>
                <a:cs typeface="Gen Jyuu GothicL Bold"/>
              </a:rPr>
              <a:t>06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4516100" y="8343900"/>
            <a:ext cx="7543800" cy="1397000"/>
          </a:xfrm>
          <a:prstGeom prst="rect">
            <a:avLst/>
          </a:prstGeom>
        </p:spPr>
        <p:txBody>
          <a:bodyPr anchor="ctr" rtlCol="false" lIns="0" tIns="34157" rIns="0" bIns="34157"/>
          <a:lstStyle/>
          <a:p>
            <a:pPr algn="l" lvl="0">
              <a:lnSpc>
                <a:spcPct val="107899"/>
              </a:lnSpc>
            </a:pPr>
            <a:r>
              <a:rPr lang="en-US" sz="5152" b="false" i="false" u="none" strike="noStrike">
                <a:solidFill>
                  <a:srgbClr val="FECCBE"/>
                </a:solidFill>
                <a:latin typeface="Gen Jyuu GothicL Bold"/>
                <a:ea typeface="Gen Jyuu GothicL Bold"/>
                <a:cs typeface="Gen Jyuu GothicL Bold"/>
              </a:rPr>
              <a:t>苦労した点</a:t>
            </a:r>
          </a:p>
        </p:txBody>
      </p:sp>
      <p:pic>
        <p:nvPicPr>
          <p:cNvPr name="Picture 27" id="27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514600" y="10795000"/>
            <a:ext cx="1778000" cy="1778000"/>
          </a:xfrm>
          <a:prstGeom prst="rect">
            <a:avLst/>
          </a:prstGeom>
        </p:spPr>
      </p:pic>
      <p:pic>
        <p:nvPicPr>
          <p:cNvPr name="Picture 28" id="28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2514600" y="10795000"/>
            <a:ext cx="1778000" cy="1778000"/>
          </a:xfrm>
          <a:prstGeom prst="rect">
            <a:avLst/>
          </a:prstGeom>
        </p:spPr>
      </p:pic>
      <p:sp>
        <p:nvSpPr>
          <p:cNvPr name="TextBox 29" id="29"/>
          <p:cNvSpPr txBox="true"/>
          <p:nvPr/>
        </p:nvSpPr>
        <p:spPr>
          <a:xfrm rot="0">
            <a:off x="2755900" y="11099800"/>
            <a:ext cx="1295400" cy="1155700"/>
          </a:xfrm>
          <a:prstGeom prst="rect">
            <a:avLst/>
          </a:prstGeom>
        </p:spPr>
        <p:txBody>
          <a:bodyPr anchor="t" rtlCol="false" lIns="0" tIns="67733" rIns="0" bIns="0"/>
          <a:lstStyle/>
          <a:p>
            <a:pPr algn="ctr" lvl="0">
              <a:lnSpc>
                <a:spcPct val="99600"/>
              </a:lnSpc>
            </a:pPr>
            <a:r>
              <a:rPr lang="en-US" sz="6379" b="false" i="false" u="none" strike="noStrike">
                <a:solidFill>
                  <a:srgbClr val="004968"/>
                </a:solidFill>
                <a:latin typeface="Gen Jyuu GothicL Bold"/>
                <a:ea typeface="Gen Jyuu GothicL Bold"/>
                <a:cs typeface="Gen Jyuu GothicL Bold"/>
              </a:rPr>
              <a:t>07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4749800" y="10922000"/>
            <a:ext cx="7518400" cy="1397000"/>
          </a:xfrm>
          <a:prstGeom prst="rect">
            <a:avLst/>
          </a:prstGeom>
        </p:spPr>
        <p:txBody>
          <a:bodyPr anchor="ctr" rtlCol="false" lIns="0" tIns="34157" rIns="0" bIns="34157"/>
          <a:lstStyle/>
          <a:p>
            <a:pPr algn="l" lvl="0">
              <a:lnSpc>
                <a:spcPct val="107899"/>
              </a:lnSpc>
            </a:pPr>
            <a:r>
              <a:rPr lang="en-US" sz="5152" b="false" i="false" u="none" strike="noStrike">
                <a:solidFill>
                  <a:srgbClr val="FECCBE"/>
                </a:solidFill>
                <a:latin typeface="Gen Jyuu GothicL Bold"/>
                <a:ea typeface="Gen Jyuu GothicL Bold"/>
                <a:cs typeface="Gen Jyuu GothicL Bold"/>
              </a:rPr>
              <a:t>学んだこと</a:t>
            </a:r>
          </a:p>
        </p:txBody>
      </p:sp>
      <p:pic>
        <p:nvPicPr>
          <p:cNvPr name="Picture 31" id="31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2306300" y="10795000"/>
            <a:ext cx="1778000" cy="1778000"/>
          </a:xfrm>
          <a:prstGeom prst="rect">
            <a:avLst/>
          </a:prstGeom>
        </p:spPr>
      </p:pic>
      <p:pic>
        <p:nvPicPr>
          <p:cNvPr name="Picture 32" id="32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2306300" y="10795000"/>
            <a:ext cx="1778000" cy="1778000"/>
          </a:xfrm>
          <a:prstGeom prst="rect">
            <a:avLst/>
          </a:prstGeom>
        </p:spPr>
      </p:pic>
      <p:sp>
        <p:nvSpPr>
          <p:cNvPr name="TextBox 33" id="33"/>
          <p:cNvSpPr txBox="true"/>
          <p:nvPr/>
        </p:nvSpPr>
        <p:spPr>
          <a:xfrm rot="0">
            <a:off x="12547600" y="11099800"/>
            <a:ext cx="1295400" cy="1155700"/>
          </a:xfrm>
          <a:prstGeom prst="rect">
            <a:avLst/>
          </a:prstGeom>
        </p:spPr>
        <p:txBody>
          <a:bodyPr anchor="t" rtlCol="false" lIns="0" tIns="67733" rIns="0" bIns="0"/>
          <a:lstStyle/>
          <a:p>
            <a:pPr algn="ctr" lvl="0">
              <a:lnSpc>
                <a:spcPct val="99600"/>
              </a:lnSpc>
            </a:pPr>
            <a:r>
              <a:rPr lang="en-US" sz="6379" b="false" i="false" u="none" strike="noStrike">
                <a:solidFill>
                  <a:srgbClr val="004968"/>
                </a:solidFill>
                <a:latin typeface="Gen Jyuu GothicL Bold"/>
                <a:ea typeface="Gen Jyuu GothicL Bold"/>
                <a:cs typeface="Gen Jyuu GothicL Bold"/>
              </a:rPr>
              <a:t>08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4541500" y="10922000"/>
            <a:ext cx="7518400" cy="1397000"/>
          </a:xfrm>
          <a:prstGeom prst="rect">
            <a:avLst/>
          </a:prstGeom>
        </p:spPr>
        <p:txBody>
          <a:bodyPr anchor="ctr" rtlCol="false" lIns="0" tIns="34157" rIns="0" bIns="34157"/>
          <a:lstStyle/>
          <a:p>
            <a:pPr algn="l" lvl="0">
              <a:lnSpc>
                <a:spcPct val="107899"/>
              </a:lnSpc>
            </a:pPr>
            <a:r>
              <a:rPr lang="en-US" sz="5152" b="false" i="false" u="none" strike="noStrike">
                <a:solidFill>
                  <a:srgbClr val="FECCBE"/>
                </a:solidFill>
                <a:latin typeface="Gen Jyuu GothicL Bold"/>
                <a:ea typeface="Gen Jyuu GothicL Bold"/>
                <a:cs typeface="Gen Jyuu GothicL Bold"/>
              </a:rPr>
              <a:t>今後実装したい機能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16AC98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403600" y="647700"/>
            <a:ext cx="14554200" cy="2260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2742" b="false" i="false" u="none" strike="noStrike">
                <a:solidFill>
                  <a:srgbClr val="FED860"/>
                </a:solidFill>
                <a:latin typeface="Pretendard JP Bold"/>
                <a:ea typeface="Pretendard JP Bold"/>
                <a:cs typeface="Pretendard JP Bold"/>
              </a:rPr>
              <a:t>数当てカジノとは？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660400" y="3581400"/>
            <a:ext cx="5867400" cy="9042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60400" y="3581400"/>
            <a:ext cx="5867400" cy="9042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660400" y="3670300"/>
            <a:ext cx="5867400" cy="50165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60400" y="8686800"/>
            <a:ext cx="5867400" cy="38608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1092200" y="9093200"/>
            <a:ext cx="5143500" cy="673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en-US" sz="3523" b="false" i="false" u="none" strike="noStrike">
                <a:solidFill>
                  <a:srgbClr val="434343"/>
                </a:solidFill>
                <a:latin typeface="Zen Maru Gothic Black"/>
                <a:ea typeface="Zen Maru Gothic Black"/>
                <a:cs typeface="Zen Maru Gothic Black"/>
              </a:rPr>
              <a:t>数字を予想して当てる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92200" y="9969500"/>
            <a:ext cx="5105400" cy="2057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32800"/>
              </a:lnSpc>
            </a:pPr>
            <a:r>
              <a:rPr lang="en-US" sz="2593" b="false" i="false" u="none" strike="noStrike">
                <a:solidFill>
                  <a:srgbClr val="787878"/>
                </a:solidFill>
                <a:latin typeface="Gen Jyuu GothicX Medium"/>
                <a:ea typeface="Gen Jyuu GothicX Medium"/>
                <a:cs typeface="Gen Jyuu GothicX Medium"/>
              </a:rPr>
              <a:t>隠された数字を予想する数あてゲーム。
持ち金から掛け金を決めて挑戦できる。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6896100" y="3581400"/>
            <a:ext cx="5867400" cy="90424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896100" y="3581400"/>
            <a:ext cx="5867400" cy="90424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6896100" y="3670300"/>
            <a:ext cx="5867400" cy="50165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6896100" y="8686800"/>
            <a:ext cx="5867400" cy="3860800"/>
          </a:xfrm>
          <a:prstGeom prst="rect">
            <a:avLst/>
          </a:prstGeom>
        </p:spPr>
      </p:pic>
      <p:sp>
        <p:nvSpPr>
          <p:cNvPr name="TextBox 13" id="13"/>
          <p:cNvSpPr txBox="true"/>
          <p:nvPr/>
        </p:nvSpPr>
        <p:spPr>
          <a:xfrm rot="0">
            <a:off x="7315200" y="9093200"/>
            <a:ext cx="5143500" cy="673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en-US" sz="3523" b="false" i="false" u="none" strike="noStrike">
                <a:solidFill>
                  <a:srgbClr val="434343"/>
                </a:solidFill>
                <a:latin typeface="Zen Maru Gothic Black"/>
                <a:ea typeface="Zen Maru Gothic Black"/>
                <a:cs typeface="Zen Maru Gothic Black"/>
              </a:rPr>
              <a:t>ミスが少ないほど高配当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315200" y="9969500"/>
            <a:ext cx="5118100" cy="2146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32800"/>
              </a:lnSpc>
            </a:pPr>
            <a:r>
              <a:rPr lang="en-US" sz="2709" b="false" i="false" u="none" strike="noStrike">
                <a:solidFill>
                  <a:srgbClr val="787878"/>
                </a:solidFill>
                <a:latin typeface="Gen Jyuu GothicX Medium"/>
                <a:ea typeface="Gen Jyuu GothicX Medium"/>
                <a:cs typeface="Gen Jyuu GothicX Medium"/>
              </a:rPr>
              <a:t>少ない回数で正解するほど倍率アップ。
うまく当てれば、より多くのコインを獲得することができる。</a:t>
            </a:r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3119100" y="3581400"/>
            <a:ext cx="5867400" cy="90424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3119100" y="3581400"/>
            <a:ext cx="5867400" cy="90424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3119100" y="3670300"/>
            <a:ext cx="5867400" cy="50165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3119100" y="8686800"/>
            <a:ext cx="5867400" cy="3860800"/>
          </a:xfrm>
          <a:prstGeom prst="rect">
            <a:avLst/>
          </a:prstGeom>
        </p:spPr>
      </p:pic>
      <p:sp>
        <p:nvSpPr>
          <p:cNvPr name="TextBox 19" id="19"/>
          <p:cNvSpPr txBox="true"/>
          <p:nvPr/>
        </p:nvSpPr>
        <p:spPr>
          <a:xfrm rot="0">
            <a:off x="13550900" y="9093200"/>
            <a:ext cx="5143500" cy="673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en-US" sz="3523" b="false" i="false" u="none" strike="noStrike">
                <a:solidFill>
                  <a:srgbClr val="434343"/>
                </a:solidFill>
                <a:latin typeface="Zen Maru Gothic Black"/>
                <a:ea typeface="Zen Maru Gothic Black"/>
                <a:cs typeface="Zen Maru Gothic Black"/>
              </a:rPr>
              <a:t>3連勝でボーナス挑戦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550900" y="9969500"/>
            <a:ext cx="5118100" cy="2146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32800"/>
              </a:lnSpc>
            </a:pPr>
            <a:r>
              <a:rPr lang="en-US" sz="2709" b="false" i="false" u="none" strike="noStrike">
                <a:solidFill>
                  <a:srgbClr val="787878"/>
                </a:solidFill>
                <a:latin typeface="Gen Jyuu GothicX Medium"/>
                <a:ea typeface="Gen Jyuu GothicX Medium"/>
                <a:cs typeface="Gen Jyuu GothicX Medium"/>
              </a:rPr>
              <a:t>3連勝すると、Hit &amp; Blow形式のボーナスチャレンジが発生。
さらにコインを増やすチャンス。</a:t>
            </a:r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9710400" y="0"/>
            <a:ext cx="4673600" cy="137160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9710400" y="533400"/>
            <a:ext cx="889000" cy="8890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9710400" y="533400"/>
            <a:ext cx="889000" cy="889000"/>
          </a:xfrm>
          <a:prstGeom prst="rect">
            <a:avLst/>
          </a:prstGeom>
        </p:spPr>
      </p:pic>
      <p:sp>
        <p:nvSpPr>
          <p:cNvPr name="TextBox 24" id="24"/>
          <p:cNvSpPr txBox="true"/>
          <p:nvPr/>
        </p:nvSpPr>
        <p:spPr>
          <a:xfrm rot="0">
            <a:off x="19646900" y="647700"/>
            <a:ext cx="1028700" cy="647700"/>
          </a:xfrm>
          <a:prstGeom prst="rect">
            <a:avLst/>
          </a:prstGeom>
        </p:spPr>
        <p:txBody>
          <a:bodyPr anchor="t" rtlCol="false" lIns="0" tIns="17175" rIns="0" bIns="0"/>
          <a:lstStyle/>
          <a:p>
            <a:pPr algn="ctr" lvl="0">
              <a:lnSpc>
                <a:spcPct val="107899"/>
              </a:lnSpc>
            </a:pPr>
            <a:r>
              <a:rPr lang="en-US" sz="3643" b="false" i="false" u="none" strike="noStrike">
                <a:solidFill>
                  <a:srgbClr val="FFFFFF"/>
                </a:solidFill>
                <a:latin typeface="Pretendard JP Regular"/>
                <a:ea typeface="Pretendard JP Regular"/>
                <a:cs typeface="Pretendard JP Regular"/>
              </a:rPr>
              <a:t>2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0878800" y="533400"/>
            <a:ext cx="3708400" cy="2667000"/>
          </a:xfrm>
          <a:prstGeom prst="rect">
            <a:avLst/>
          </a:prstGeom>
        </p:spPr>
        <p:txBody>
          <a:bodyPr anchor="t" rtlCol="false" lIns="0" tIns="68004" rIns="0" bIns="0"/>
          <a:lstStyle/>
          <a:p>
            <a:pPr algn="l" lvl="0">
              <a:lnSpc>
                <a:spcPct val="99600"/>
              </a:lnSpc>
            </a:pPr>
            <a:r>
              <a:rPr lang="en-US" sz="5354" b="false" i="false" u="none" strike="noStrike" spc="-300">
                <a:solidFill>
                  <a:srgbClr val="5B7284"/>
                </a:solidFill>
                <a:latin typeface="Pretendard JP Regular"/>
                <a:ea typeface="Pretendard JP Regular"/>
                <a:cs typeface="Pretendard JP Regular"/>
              </a:rPr>
              <a:t>作った理由</a:t>
            </a:r>
          </a:p>
        </p:txBody>
      </p:sp>
      <p:pic>
        <p:nvPicPr>
          <p:cNvPr name="Picture 26" id="26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9710400" y="4051300"/>
            <a:ext cx="889000" cy="8890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9710400" y="4051300"/>
            <a:ext cx="889000" cy="889000"/>
          </a:xfrm>
          <a:prstGeom prst="rect">
            <a:avLst/>
          </a:prstGeom>
        </p:spPr>
      </p:pic>
      <p:sp>
        <p:nvSpPr>
          <p:cNvPr name="TextBox 28" id="28"/>
          <p:cNvSpPr txBox="true"/>
          <p:nvPr/>
        </p:nvSpPr>
        <p:spPr>
          <a:xfrm rot="0">
            <a:off x="19646900" y="4165600"/>
            <a:ext cx="1028700" cy="647700"/>
          </a:xfrm>
          <a:prstGeom prst="rect">
            <a:avLst/>
          </a:prstGeom>
        </p:spPr>
        <p:txBody>
          <a:bodyPr anchor="t" rtlCol="false" lIns="0" tIns="17175" rIns="0" bIns="0"/>
          <a:lstStyle/>
          <a:p>
            <a:pPr algn="ctr" lvl="0">
              <a:lnSpc>
                <a:spcPct val="107899"/>
              </a:lnSpc>
            </a:pPr>
            <a:r>
              <a:rPr lang="en-US" sz="3643" b="false" i="false" u="none" strike="noStrike">
                <a:solidFill>
                  <a:srgbClr val="FFFFFF"/>
                </a:solidFill>
                <a:latin typeface="Pretendard JP Regular"/>
                <a:ea typeface="Pretendard JP Regular"/>
                <a:cs typeface="Pretendard JP Regular"/>
              </a:rPr>
              <a:t>3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20878800" y="4051300"/>
            <a:ext cx="3708400" cy="952500"/>
          </a:xfrm>
          <a:prstGeom prst="rect">
            <a:avLst/>
          </a:prstGeom>
        </p:spPr>
        <p:txBody>
          <a:bodyPr anchor="t" rtlCol="false" lIns="0" tIns="68004" rIns="0" bIns="0"/>
          <a:lstStyle/>
          <a:p>
            <a:pPr algn="l" lvl="0">
              <a:lnSpc>
                <a:spcPct val="99600"/>
              </a:lnSpc>
            </a:pPr>
            <a:r>
              <a:rPr lang="en-US" sz="5354" b="false" i="false" u="none" strike="noStrike" spc="-300">
                <a:solidFill>
                  <a:srgbClr val="5B7284"/>
                </a:solidFill>
                <a:latin typeface="Pretendard JP Regular"/>
                <a:ea typeface="Pretendard JP Regular"/>
                <a:cs typeface="Pretendard JP Regular"/>
              </a:rPr>
              <a:t>主な機能</a:t>
            </a:r>
          </a:p>
        </p:txBody>
      </p:sp>
      <p:pic>
        <p:nvPicPr>
          <p:cNvPr name="Picture 30" id="30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9710400" y="7556500"/>
            <a:ext cx="889000" cy="889000"/>
          </a:xfrm>
          <a:prstGeom prst="rect">
            <a:avLst/>
          </a:prstGeom>
        </p:spPr>
      </p:pic>
      <p:pic>
        <p:nvPicPr>
          <p:cNvPr name="Picture 31" id="31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9710400" y="7556500"/>
            <a:ext cx="889000" cy="889000"/>
          </a:xfrm>
          <a:prstGeom prst="rect">
            <a:avLst/>
          </a:prstGeom>
        </p:spPr>
      </p:pic>
      <p:sp>
        <p:nvSpPr>
          <p:cNvPr name="TextBox 32" id="32"/>
          <p:cNvSpPr txBox="true"/>
          <p:nvPr/>
        </p:nvSpPr>
        <p:spPr>
          <a:xfrm rot="0">
            <a:off x="19646900" y="7670800"/>
            <a:ext cx="1028700" cy="647700"/>
          </a:xfrm>
          <a:prstGeom prst="rect">
            <a:avLst/>
          </a:prstGeom>
        </p:spPr>
        <p:txBody>
          <a:bodyPr anchor="t" rtlCol="false" lIns="0" tIns="17175" rIns="0" bIns="0"/>
          <a:lstStyle/>
          <a:p>
            <a:pPr algn="ctr" lvl="0">
              <a:lnSpc>
                <a:spcPct val="107899"/>
              </a:lnSpc>
            </a:pPr>
            <a:r>
              <a:rPr lang="en-US" sz="3643" b="false" i="false" u="none" strike="noStrike">
                <a:solidFill>
                  <a:srgbClr val="FFFFFF"/>
                </a:solidFill>
                <a:latin typeface="Pretendard JP Regular"/>
                <a:ea typeface="Pretendard JP Regular"/>
                <a:cs typeface="Pretendard JP Regular"/>
              </a:rPr>
              <a:t>4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20878800" y="7556500"/>
            <a:ext cx="3708400" cy="1765300"/>
          </a:xfrm>
          <a:prstGeom prst="rect">
            <a:avLst/>
          </a:prstGeom>
        </p:spPr>
        <p:txBody>
          <a:bodyPr anchor="t" rtlCol="false" lIns="0" tIns="68004" rIns="0" bIns="0"/>
          <a:lstStyle/>
          <a:p>
            <a:pPr algn="l" lvl="0">
              <a:lnSpc>
                <a:spcPct val="99600"/>
              </a:lnSpc>
            </a:pPr>
            <a:r>
              <a:rPr lang="en-US" sz="5354" b="false" i="false" u="none" strike="noStrike" spc="-300">
                <a:solidFill>
                  <a:srgbClr val="5B7284"/>
                </a:solidFill>
                <a:latin typeface="Pretendard JP Regular"/>
                <a:ea typeface="Pretendard JP Regular"/>
                <a:cs typeface="Pretendard JP Regular"/>
              </a:rPr>
              <a:t>ゲームの</a:t>
            </a:r>
          </a:p>
          <a:p>
            <a:pPr algn="l" lvl="0">
              <a:lnSpc>
                <a:spcPct val="99600"/>
              </a:lnSpc>
            </a:pPr>
            <a:r>
              <a:rPr lang="en-US" sz="5354" b="false" i="false" u="none" strike="noStrike" spc="-300">
                <a:solidFill>
                  <a:srgbClr val="5B7284"/>
                </a:solidFill>
                <a:latin typeface="Pretendard JP Regular"/>
                <a:ea typeface="Pretendard JP Regular"/>
                <a:cs typeface="Pretendard JP Regular"/>
              </a:rPr>
              <a:t>流れ</a:t>
            </a:r>
          </a:p>
        </p:txBody>
      </p:sp>
      <p:pic>
        <p:nvPicPr>
          <p:cNvPr name="Picture 34" id="34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9710400" y="11061700"/>
            <a:ext cx="889000" cy="889000"/>
          </a:xfrm>
          <a:prstGeom prst="rect">
            <a:avLst/>
          </a:prstGeom>
        </p:spPr>
      </p:pic>
      <p:pic>
        <p:nvPicPr>
          <p:cNvPr name="Picture 35" id="35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9710400" y="11061700"/>
            <a:ext cx="889000" cy="889000"/>
          </a:xfrm>
          <a:prstGeom prst="rect">
            <a:avLst/>
          </a:prstGeom>
        </p:spPr>
      </p:pic>
      <p:sp>
        <p:nvSpPr>
          <p:cNvPr name="TextBox 36" id="36"/>
          <p:cNvSpPr txBox="true"/>
          <p:nvPr/>
        </p:nvSpPr>
        <p:spPr>
          <a:xfrm rot="0">
            <a:off x="19646900" y="11188700"/>
            <a:ext cx="1028700" cy="647700"/>
          </a:xfrm>
          <a:prstGeom prst="rect">
            <a:avLst/>
          </a:prstGeom>
        </p:spPr>
        <p:txBody>
          <a:bodyPr anchor="t" rtlCol="false" lIns="0" tIns="17175" rIns="0" bIns="0"/>
          <a:lstStyle/>
          <a:p>
            <a:pPr algn="ctr" lvl="0">
              <a:lnSpc>
                <a:spcPct val="107899"/>
              </a:lnSpc>
            </a:pPr>
            <a:r>
              <a:rPr lang="en-US" sz="3643" b="false" i="false" u="none" strike="noStrike">
                <a:solidFill>
                  <a:srgbClr val="FFFFFF"/>
                </a:solidFill>
                <a:latin typeface="Pretendard JP Regular"/>
                <a:ea typeface="Pretendard JP Regular"/>
                <a:cs typeface="Pretendard JP Regular"/>
              </a:rPr>
              <a:t>5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20878800" y="11061700"/>
            <a:ext cx="3708400" cy="952500"/>
          </a:xfrm>
          <a:prstGeom prst="rect">
            <a:avLst/>
          </a:prstGeom>
        </p:spPr>
        <p:txBody>
          <a:bodyPr anchor="t" rtlCol="false" lIns="0" tIns="68004" rIns="0" bIns="0"/>
          <a:lstStyle/>
          <a:p>
            <a:pPr algn="l" lvl="0">
              <a:lnSpc>
                <a:spcPct val="99600"/>
              </a:lnSpc>
            </a:pPr>
            <a:r>
              <a:rPr lang="en-US" sz="5354" b="false" i="false" u="none" strike="noStrike" spc="-300">
                <a:solidFill>
                  <a:srgbClr val="5B7284"/>
                </a:solidFill>
                <a:latin typeface="Pretendard JP Regular"/>
                <a:ea typeface="Pretendard JP Regular"/>
                <a:cs typeface="Pretendard JP Regular"/>
              </a:rPr>
              <a:t>工夫した点</a:t>
            </a:r>
          </a:p>
        </p:txBody>
      </p:sp>
      <p:pic>
        <p:nvPicPr>
          <p:cNvPr name="Picture 38" id="38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1143000" y="889000"/>
            <a:ext cx="1778000" cy="1778000"/>
          </a:xfrm>
          <a:prstGeom prst="rect">
            <a:avLst/>
          </a:prstGeom>
        </p:spPr>
      </p:pic>
      <p:pic>
        <p:nvPicPr>
          <p:cNvPr name="Picture 39" id="39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1143000" y="889000"/>
            <a:ext cx="1778000" cy="1778000"/>
          </a:xfrm>
          <a:prstGeom prst="rect">
            <a:avLst/>
          </a:prstGeom>
        </p:spPr>
      </p:pic>
      <p:sp>
        <p:nvSpPr>
          <p:cNvPr name="TextBox 40" id="40"/>
          <p:cNvSpPr txBox="true"/>
          <p:nvPr/>
        </p:nvSpPr>
        <p:spPr>
          <a:xfrm rot="0">
            <a:off x="1384300" y="1193800"/>
            <a:ext cx="1295400" cy="1155700"/>
          </a:xfrm>
          <a:prstGeom prst="rect">
            <a:avLst/>
          </a:prstGeom>
        </p:spPr>
        <p:txBody>
          <a:bodyPr anchor="t" rtlCol="false" lIns="0" tIns="67733" rIns="0" bIns="0"/>
          <a:lstStyle/>
          <a:p>
            <a:pPr algn="ctr" lvl="0">
              <a:lnSpc>
                <a:spcPct val="99600"/>
              </a:lnSpc>
            </a:pPr>
            <a:r>
              <a:rPr lang="en-US" sz="6379" b="false" i="false" u="none" strike="noStrike">
                <a:solidFill>
                  <a:srgbClr val="004968"/>
                </a:solidFill>
                <a:latin typeface="Gen Jyuu GothicL Bold"/>
                <a:ea typeface="Gen Jyuu GothicL Bold"/>
                <a:cs typeface="Gen Jyuu GothicL Bold"/>
              </a:rPr>
              <a:t>01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16AC98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365500" y="736600"/>
            <a:ext cx="14554200" cy="2260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2742" b="false" i="false" u="none" strike="noStrike">
                <a:solidFill>
                  <a:srgbClr val="FED860"/>
                </a:solidFill>
                <a:latin typeface="Pretendard JP Bold"/>
                <a:ea typeface="Pretendard JP Bold"/>
                <a:cs typeface="Pretendard JP Bold"/>
              </a:rPr>
              <a:t>作った理由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9710400" y="0"/>
            <a:ext cx="4673600" cy="13716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9710400" y="533400"/>
            <a:ext cx="889000" cy="889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9710400" y="533400"/>
            <a:ext cx="889000" cy="8890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19646900" y="647700"/>
            <a:ext cx="1028700" cy="647700"/>
          </a:xfrm>
          <a:prstGeom prst="rect">
            <a:avLst/>
          </a:prstGeom>
        </p:spPr>
        <p:txBody>
          <a:bodyPr anchor="t" rtlCol="false" lIns="0" tIns="17175" rIns="0" bIns="0"/>
          <a:lstStyle/>
          <a:p>
            <a:pPr algn="ctr" lvl="0">
              <a:lnSpc>
                <a:spcPct val="107899"/>
              </a:lnSpc>
            </a:pPr>
            <a:r>
              <a:rPr lang="en-US" sz="3643" b="false" i="false" u="none" strike="noStrike">
                <a:solidFill>
                  <a:srgbClr val="FFFFFF"/>
                </a:solidFill>
                <a:latin typeface="Pretendard JP Regular"/>
                <a:ea typeface="Pretendard JP Regular"/>
                <a:cs typeface="Pretendard JP Regular"/>
              </a:rPr>
              <a:t>3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0878800" y="533400"/>
            <a:ext cx="3708400" cy="2667000"/>
          </a:xfrm>
          <a:prstGeom prst="rect">
            <a:avLst/>
          </a:prstGeom>
        </p:spPr>
        <p:txBody>
          <a:bodyPr anchor="t" rtlCol="false" lIns="0" tIns="68004" rIns="0" bIns="0"/>
          <a:lstStyle/>
          <a:p>
            <a:pPr algn="l" lvl="0">
              <a:lnSpc>
                <a:spcPct val="99600"/>
              </a:lnSpc>
            </a:pPr>
            <a:r>
              <a:rPr lang="en-US" sz="5354" b="false" i="false" u="none" strike="noStrike" spc="-300">
                <a:solidFill>
                  <a:srgbClr val="5B7284"/>
                </a:solidFill>
                <a:latin typeface="Pretendard JP Regular"/>
                <a:ea typeface="Pretendard JP Regular"/>
                <a:cs typeface="Pretendard JP Regular"/>
              </a:rPr>
              <a:t>主な機能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9710400" y="4051300"/>
            <a:ext cx="889000" cy="8890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9710400" y="4051300"/>
            <a:ext cx="889000" cy="889000"/>
          </a:xfrm>
          <a:prstGeom prst="rect">
            <a:avLst/>
          </a:prstGeom>
        </p:spPr>
      </p:pic>
      <p:sp>
        <p:nvSpPr>
          <p:cNvPr name="TextBox 10" id="10"/>
          <p:cNvSpPr txBox="true"/>
          <p:nvPr/>
        </p:nvSpPr>
        <p:spPr>
          <a:xfrm rot="0">
            <a:off x="19646900" y="4165600"/>
            <a:ext cx="1028700" cy="647700"/>
          </a:xfrm>
          <a:prstGeom prst="rect">
            <a:avLst/>
          </a:prstGeom>
        </p:spPr>
        <p:txBody>
          <a:bodyPr anchor="t" rtlCol="false" lIns="0" tIns="17175" rIns="0" bIns="0"/>
          <a:lstStyle/>
          <a:p>
            <a:pPr algn="ctr" lvl="0">
              <a:lnSpc>
                <a:spcPct val="107899"/>
              </a:lnSpc>
            </a:pPr>
            <a:r>
              <a:rPr lang="en-US" sz="3643" b="false" i="false" u="none" strike="noStrike">
                <a:solidFill>
                  <a:srgbClr val="FFFFFF"/>
                </a:solidFill>
                <a:latin typeface="Pretendard JP Regular"/>
                <a:ea typeface="Pretendard JP Regular"/>
                <a:cs typeface="Pretendard JP Regular"/>
              </a:rPr>
              <a:t>4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0878800" y="4051300"/>
            <a:ext cx="3708400" cy="1765300"/>
          </a:xfrm>
          <a:prstGeom prst="rect">
            <a:avLst/>
          </a:prstGeom>
        </p:spPr>
        <p:txBody>
          <a:bodyPr anchor="t" rtlCol="false" lIns="0" tIns="68004" rIns="0" bIns="0"/>
          <a:lstStyle/>
          <a:p>
            <a:pPr algn="l" lvl="0">
              <a:lnSpc>
                <a:spcPct val="99600"/>
              </a:lnSpc>
            </a:pPr>
            <a:r>
              <a:rPr lang="en-US" sz="5354" b="false" i="false" u="none" strike="noStrike" spc="-300">
                <a:solidFill>
                  <a:srgbClr val="5B7284"/>
                </a:solidFill>
                <a:latin typeface="Pretendard JP Regular"/>
                <a:ea typeface="Pretendard JP Regular"/>
                <a:cs typeface="Pretendard JP Regular"/>
              </a:rPr>
              <a:t>ゲームの流れ</a:t>
            </a:r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9710400" y="7556500"/>
            <a:ext cx="889000" cy="8890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9710400" y="7556500"/>
            <a:ext cx="889000" cy="889000"/>
          </a:xfrm>
          <a:prstGeom prst="rect">
            <a:avLst/>
          </a:prstGeom>
        </p:spPr>
      </p:pic>
      <p:sp>
        <p:nvSpPr>
          <p:cNvPr name="TextBox 14" id="14"/>
          <p:cNvSpPr txBox="true"/>
          <p:nvPr/>
        </p:nvSpPr>
        <p:spPr>
          <a:xfrm rot="0">
            <a:off x="19646900" y="7670800"/>
            <a:ext cx="1028700" cy="647700"/>
          </a:xfrm>
          <a:prstGeom prst="rect">
            <a:avLst/>
          </a:prstGeom>
        </p:spPr>
        <p:txBody>
          <a:bodyPr anchor="t" rtlCol="false" lIns="0" tIns="17175" rIns="0" bIns="0"/>
          <a:lstStyle/>
          <a:p>
            <a:pPr algn="ctr" lvl="0">
              <a:lnSpc>
                <a:spcPct val="107899"/>
              </a:lnSpc>
            </a:pPr>
            <a:r>
              <a:rPr lang="en-US" sz="3643" b="false" i="false" u="none" strike="noStrike">
                <a:solidFill>
                  <a:srgbClr val="FFFFFF"/>
                </a:solidFill>
                <a:latin typeface="Pretendard JP Regular"/>
                <a:ea typeface="Pretendard JP Regular"/>
                <a:cs typeface="Pretendard JP Regular"/>
              </a:rPr>
              <a:t>5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0878800" y="7556500"/>
            <a:ext cx="3708400" cy="952500"/>
          </a:xfrm>
          <a:prstGeom prst="rect">
            <a:avLst/>
          </a:prstGeom>
        </p:spPr>
        <p:txBody>
          <a:bodyPr anchor="t" rtlCol="false" lIns="0" tIns="68004" rIns="0" bIns="0"/>
          <a:lstStyle/>
          <a:p>
            <a:pPr algn="l" lvl="0">
              <a:lnSpc>
                <a:spcPct val="99600"/>
              </a:lnSpc>
            </a:pPr>
            <a:r>
              <a:rPr lang="en-US" sz="5354" b="false" i="false" u="none" strike="noStrike" spc="-300">
                <a:solidFill>
                  <a:srgbClr val="5B7284"/>
                </a:solidFill>
                <a:latin typeface="Pretendard JP Regular"/>
                <a:ea typeface="Pretendard JP Regular"/>
                <a:cs typeface="Pretendard JP Regular"/>
              </a:rPr>
              <a:t>工夫した点</a:t>
            </a:r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9710400" y="11061700"/>
            <a:ext cx="889000" cy="8890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9710400" y="11061700"/>
            <a:ext cx="889000" cy="889000"/>
          </a:xfrm>
          <a:prstGeom prst="rect">
            <a:avLst/>
          </a:prstGeom>
        </p:spPr>
      </p:pic>
      <p:sp>
        <p:nvSpPr>
          <p:cNvPr name="TextBox 18" id="18"/>
          <p:cNvSpPr txBox="true"/>
          <p:nvPr/>
        </p:nvSpPr>
        <p:spPr>
          <a:xfrm rot="0">
            <a:off x="19646900" y="11188700"/>
            <a:ext cx="1028700" cy="647700"/>
          </a:xfrm>
          <a:prstGeom prst="rect">
            <a:avLst/>
          </a:prstGeom>
        </p:spPr>
        <p:txBody>
          <a:bodyPr anchor="t" rtlCol="false" lIns="0" tIns="17175" rIns="0" bIns="0"/>
          <a:lstStyle/>
          <a:p>
            <a:pPr algn="ctr" lvl="0">
              <a:lnSpc>
                <a:spcPct val="107899"/>
              </a:lnSpc>
            </a:pPr>
            <a:r>
              <a:rPr lang="en-US" sz="3643" b="false" i="false" u="none" strike="noStrike">
                <a:solidFill>
                  <a:srgbClr val="FFFFFF"/>
                </a:solidFill>
                <a:latin typeface="Pretendard JP Regular"/>
                <a:ea typeface="Pretendard JP Regular"/>
                <a:cs typeface="Pretendard JP Regular"/>
              </a:rPr>
              <a:t>6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0878800" y="11061700"/>
            <a:ext cx="3708400" cy="952500"/>
          </a:xfrm>
          <a:prstGeom prst="rect">
            <a:avLst/>
          </a:prstGeom>
        </p:spPr>
        <p:txBody>
          <a:bodyPr anchor="t" rtlCol="false" lIns="0" tIns="68004" rIns="0" bIns="0"/>
          <a:lstStyle/>
          <a:p>
            <a:pPr algn="l" lvl="0">
              <a:lnSpc>
                <a:spcPct val="99600"/>
              </a:lnSpc>
            </a:pPr>
            <a:r>
              <a:rPr lang="en-US" sz="5354" b="false" i="false" u="none" strike="noStrike" spc="-300">
                <a:solidFill>
                  <a:srgbClr val="5B7284"/>
                </a:solidFill>
                <a:latin typeface="Pretendard JP Regular"/>
                <a:ea typeface="Pretendard JP Regular"/>
                <a:cs typeface="Pretendard JP Regular"/>
              </a:rPr>
              <a:t>苦労した点</a:t>
            </a:r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990600" y="977900"/>
            <a:ext cx="1778000" cy="17780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990600" y="977900"/>
            <a:ext cx="1778000" cy="1778000"/>
          </a:xfrm>
          <a:prstGeom prst="rect">
            <a:avLst/>
          </a:prstGeom>
        </p:spPr>
      </p:pic>
      <p:sp>
        <p:nvSpPr>
          <p:cNvPr name="TextBox 22" id="22"/>
          <p:cNvSpPr txBox="true"/>
          <p:nvPr/>
        </p:nvSpPr>
        <p:spPr>
          <a:xfrm rot="0">
            <a:off x="1231900" y="1295400"/>
            <a:ext cx="1295400" cy="1130300"/>
          </a:xfrm>
          <a:prstGeom prst="rect">
            <a:avLst/>
          </a:prstGeom>
        </p:spPr>
        <p:txBody>
          <a:bodyPr anchor="t" rtlCol="false" lIns="0" tIns="67733" rIns="0" bIns="0"/>
          <a:lstStyle/>
          <a:p>
            <a:pPr algn="ctr" lvl="0">
              <a:lnSpc>
                <a:spcPct val="99600"/>
              </a:lnSpc>
            </a:pPr>
            <a:r>
              <a:rPr lang="en-US" sz="6379" b="false" i="false" u="none" strike="noStrike">
                <a:solidFill>
                  <a:srgbClr val="004968"/>
                </a:solidFill>
                <a:latin typeface="Gen Jyuu GothicL Bold"/>
                <a:ea typeface="Gen Jyuu GothicL Bold"/>
                <a:cs typeface="Gen Jyuu GothicL Bold"/>
              </a:rPr>
              <a:t>02</a:t>
            </a:r>
          </a:p>
        </p:txBody>
      </p:sp>
      <p:pic>
        <p:nvPicPr>
          <p:cNvPr name="Picture 23" id="23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206500" y="9207500"/>
            <a:ext cx="17640300" cy="3124200"/>
          </a:xfrm>
          <a:prstGeom prst="rect">
            <a:avLst/>
          </a:prstGeom>
        </p:spPr>
      </p:pic>
      <p:sp>
        <p:nvSpPr>
          <p:cNvPr name="TextBox 24" id="24"/>
          <p:cNvSpPr txBox="true"/>
          <p:nvPr/>
        </p:nvSpPr>
        <p:spPr>
          <a:xfrm rot="0">
            <a:off x="2019300" y="10414000"/>
            <a:ext cx="16027400" cy="7112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999" b="false" i="false" u="none" strike="noStrike">
                <a:solidFill>
                  <a:srgbClr val="FAFAFA"/>
                </a:solidFill>
                <a:latin typeface="Pretendard JP Regular"/>
                <a:ea typeface="Pretendard JP Regular"/>
                <a:cs typeface="Pretendard JP Regular"/>
              </a:rPr>
              <a:t/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3987800" y="11049000"/>
            <a:ext cx="12242800" cy="825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607" b="false" i="false" u="none" strike="noStrike">
                <a:solidFill>
                  <a:srgbClr val="000000"/>
                </a:solidFill>
                <a:latin typeface="Pretendard JP Bold"/>
                <a:ea typeface="Pretendard JP Bold"/>
                <a:cs typeface="Pretendard JP Bold"/>
              </a:rPr>
              <a:t>その数あてゲームをもっと発展させたいと思った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095500" y="9956800"/>
            <a:ext cx="16484600" cy="825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607" b="false" i="false" u="none" strike="noStrike">
                <a:solidFill>
                  <a:srgbClr val="000000"/>
                </a:solidFill>
                <a:latin typeface="Pretendard JP Bold"/>
                <a:ea typeface="Pretendard JP Bold"/>
                <a:cs typeface="Pretendard JP Bold"/>
              </a:rPr>
              <a:t>数字を当てるだけでなく、何度も遊べるような造りにしたかった</a:t>
            </a:r>
          </a:p>
        </p:txBody>
      </p:sp>
      <p:pic>
        <p:nvPicPr>
          <p:cNvPr name="Picture 27" id="27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2374900" y="3632200"/>
            <a:ext cx="15290800" cy="2844800"/>
          </a:xfrm>
          <a:prstGeom prst="rect">
            <a:avLst/>
          </a:prstGeom>
        </p:spPr>
      </p:pic>
      <p:sp>
        <p:nvSpPr>
          <p:cNvPr name="TextBox 28" id="28"/>
          <p:cNvSpPr txBox="true"/>
          <p:nvPr/>
        </p:nvSpPr>
        <p:spPr>
          <a:xfrm rot="0">
            <a:off x="3073400" y="4699000"/>
            <a:ext cx="13919200" cy="7112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999" b="false" i="false" u="none" strike="noStrike">
                <a:solidFill>
                  <a:srgbClr val="FAFAFA"/>
                </a:solidFill>
                <a:latin typeface="Pretendard JP Regular"/>
                <a:ea typeface="Pretendard JP Regular"/>
                <a:cs typeface="Pretendard JP Regular"/>
              </a:rPr>
              <a:t/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2552700" y="4508500"/>
            <a:ext cx="14884400" cy="2197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6194" b="false" i="false" u="none" strike="noStrike">
                <a:solidFill>
                  <a:srgbClr val="000000"/>
                </a:solidFill>
                <a:latin typeface="Pretendard JP Bold"/>
                <a:ea typeface="Pretendard JP Bold"/>
                <a:cs typeface="Pretendard JP Bold"/>
              </a:rPr>
              <a:t>インターンシップで数あてゲームを作った</a:t>
            </a:r>
          </a:p>
        </p:txBody>
      </p:sp>
      <p:pic>
        <p:nvPicPr>
          <p:cNvPr name="Picture 30" id="30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8801100" y="6616700"/>
            <a:ext cx="2451100" cy="2451100"/>
          </a:xfrm>
          <a:prstGeom prst="rect">
            <a:avLst/>
          </a:prstGeom>
        </p:spPr>
      </p:pic>
      <p:sp>
        <p:nvSpPr>
          <p:cNvPr name="TextBox 31" id="31"/>
          <p:cNvSpPr txBox="true"/>
          <p:nvPr/>
        </p:nvSpPr>
        <p:spPr>
          <a:xfrm rot="0">
            <a:off x="1155700" y="1930400"/>
            <a:ext cx="17741900" cy="118872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1719" b="false" i="false" u="none" strike="noStrike">
                <a:solidFill>
                  <a:srgbClr val="FAFAFA"/>
                </a:solidFill>
                <a:latin typeface="Pretendard JP Regular"/>
                <a:ea typeface="Pretendard JP Regular"/>
                <a:cs typeface="Pretendard JP Regular"/>
              </a:rPr>
              <a:t/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16AC98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705600" y="6223000"/>
            <a:ext cx="3644900" cy="1257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7089" b="false" i="false" u="none" strike="noStrike">
                <a:solidFill>
                  <a:srgbClr val="F6F1CA"/>
                </a:solidFill>
                <a:latin typeface="Pretendard JP Bold"/>
                <a:ea typeface="Pretendard JP Bold"/>
                <a:cs typeface="Pretendard JP Bold"/>
              </a:rPr>
              <a:t>主な機能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632200" y="584200"/>
            <a:ext cx="14554200" cy="2260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2742" b="false" i="false" u="none" strike="noStrike">
                <a:solidFill>
                  <a:srgbClr val="FED860"/>
                </a:solidFill>
                <a:latin typeface="Pretendard JP Bold"/>
                <a:ea typeface="Pretendard JP Bold"/>
                <a:cs typeface="Pretendard JP Bold"/>
              </a:rPr>
              <a:t>主な機能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9710400" y="0"/>
            <a:ext cx="4673600" cy="13716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9710400" y="533400"/>
            <a:ext cx="889000" cy="889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9710400" y="533400"/>
            <a:ext cx="889000" cy="8890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19646900" y="647700"/>
            <a:ext cx="1028700" cy="647700"/>
          </a:xfrm>
          <a:prstGeom prst="rect">
            <a:avLst/>
          </a:prstGeom>
        </p:spPr>
        <p:txBody>
          <a:bodyPr anchor="t" rtlCol="false" lIns="0" tIns="17175" rIns="0" bIns="0"/>
          <a:lstStyle/>
          <a:p>
            <a:pPr algn="ctr" lvl="0">
              <a:lnSpc>
                <a:spcPct val="107899"/>
              </a:lnSpc>
            </a:pPr>
            <a:r>
              <a:rPr lang="en-US" sz="3643" b="false" i="false" u="none" strike="noStrike">
                <a:solidFill>
                  <a:srgbClr val="FFFFFF"/>
                </a:solidFill>
                <a:latin typeface="Pretendard JP Regular"/>
                <a:ea typeface="Pretendard JP Regular"/>
                <a:cs typeface="Pretendard JP Regular"/>
              </a:rPr>
              <a:t>4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0878800" y="533400"/>
            <a:ext cx="3708400" cy="2667000"/>
          </a:xfrm>
          <a:prstGeom prst="rect">
            <a:avLst/>
          </a:prstGeom>
        </p:spPr>
        <p:txBody>
          <a:bodyPr anchor="t" rtlCol="false" lIns="0" tIns="68004" rIns="0" bIns="0"/>
          <a:lstStyle/>
          <a:p>
            <a:pPr algn="l" lvl="0">
              <a:lnSpc>
                <a:spcPct val="99600"/>
              </a:lnSpc>
            </a:pPr>
            <a:r>
              <a:rPr lang="en-US" sz="5354" b="false" i="false" u="none" strike="noStrike" spc="-300">
                <a:solidFill>
                  <a:srgbClr val="5B7284"/>
                </a:solidFill>
                <a:latin typeface="Pretendard JP Regular"/>
                <a:ea typeface="Pretendard JP Regular"/>
                <a:cs typeface="Pretendard JP Regular"/>
              </a:rPr>
              <a:t>ゲームの流れ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9710400" y="4051300"/>
            <a:ext cx="889000" cy="8890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9710400" y="4051300"/>
            <a:ext cx="889000" cy="889000"/>
          </a:xfrm>
          <a:prstGeom prst="rect">
            <a:avLst/>
          </a:prstGeom>
        </p:spPr>
      </p:pic>
      <p:sp>
        <p:nvSpPr>
          <p:cNvPr name="TextBox 11" id="11"/>
          <p:cNvSpPr txBox="true"/>
          <p:nvPr/>
        </p:nvSpPr>
        <p:spPr>
          <a:xfrm rot="0">
            <a:off x="19646900" y="4165600"/>
            <a:ext cx="1028700" cy="647700"/>
          </a:xfrm>
          <a:prstGeom prst="rect">
            <a:avLst/>
          </a:prstGeom>
        </p:spPr>
        <p:txBody>
          <a:bodyPr anchor="t" rtlCol="false" lIns="0" tIns="17175" rIns="0" bIns="0"/>
          <a:lstStyle/>
          <a:p>
            <a:pPr algn="ctr" lvl="0">
              <a:lnSpc>
                <a:spcPct val="107899"/>
              </a:lnSpc>
            </a:pPr>
            <a:r>
              <a:rPr lang="en-US" sz="3643" b="false" i="false" u="none" strike="noStrike">
                <a:solidFill>
                  <a:srgbClr val="FFFFFF"/>
                </a:solidFill>
                <a:latin typeface="Pretendard JP Regular"/>
                <a:ea typeface="Pretendard JP Regular"/>
                <a:cs typeface="Pretendard JP Regular"/>
              </a:rPr>
              <a:t>5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0878800" y="4051300"/>
            <a:ext cx="3708400" cy="952500"/>
          </a:xfrm>
          <a:prstGeom prst="rect">
            <a:avLst/>
          </a:prstGeom>
        </p:spPr>
        <p:txBody>
          <a:bodyPr anchor="t" rtlCol="false" lIns="0" tIns="68004" rIns="0" bIns="0"/>
          <a:lstStyle/>
          <a:p>
            <a:pPr algn="l" lvl="0">
              <a:lnSpc>
                <a:spcPct val="99600"/>
              </a:lnSpc>
            </a:pPr>
            <a:r>
              <a:rPr lang="en-US" sz="5354" b="false" i="false" u="none" strike="noStrike" spc="-300">
                <a:solidFill>
                  <a:srgbClr val="5B7284"/>
                </a:solidFill>
                <a:latin typeface="Pretendard JP Regular"/>
                <a:ea typeface="Pretendard JP Regular"/>
                <a:cs typeface="Pretendard JP Regular"/>
              </a:rPr>
              <a:t>工夫した点</a:t>
            </a:r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9710400" y="7556500"/>
            <a:ext cx="889000" cy="8890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9710400" y="7556500"/>
            <a:ext cx="889000" cy="889000"/>
          </a:xfrm>
          <a:prstGeom prst="rect">
            <a:avLst/>
          </a:prstGeom>
        </p:spPr>
      </p:pic>
      <p:sp>
        <p:nvSpPr>
          <p:cNvPr name="TextBox 15" id="15"/>
          <p:cNvSpPr txBox="true"/>
          <p:nvPr/>
        </p:nvSpPr>
        <p:spPr>
          <a:xfrm rot="0">
            <a:off x="19646900" y="7670800"/>
            <a:ext cx="1028700" cy="647700"/>
          </a:xfrm>
          <a:prstGeom prst="rect">
            <a:avLst/>
          </a:prstGeom>
        </p:spPr>
        <p:txBody>
          <a:bodyPr anchor="t" rtlCol="false" lIns="0" tIns="17175" rIns="0" bIns="0"/>
          <a:lstStyle/>
          <a:p>
            <a:pPr algn="ctr" lvl="0">
              <a:lnSpc>
                <a:spcPct val="107899"/>
              </a:lnSpc>
            </a:pPr>
            <a:r>
              <a:rPr lang="en-US" sz="3643" b="false" i="false" u="none" strike="noStrike">
                <a:solidFill>
                  <a:srgbClr val="FFFFFF"/>
                </a:solidFill>
                <a:latin typeface="Pretendard JP Regular"/>
                <a:ea typeface="Pretendard JP Regular"/>
                <a:cs typeface="Pretendard JP Regular"/>
              </a:rPr>
              <a:t>6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0878800" y="7556500"/>
            <a:ext cx="3708400" cy="952500"/>
          </a:xfrm>
          <a:prstGeom prst="rect">
            <a:avLst/>
          </a:prstGeom>
        </p:spPr>
        <p:txBody>
          <a:bodyPr anchor="t" rtlCol="false" lIns="0" tIns="68004" rIns="0" bIns="0"/>
          <a:lstStyle/>
          <a:p>
            <a:pPr algn="l" lvl="0">
              <a:lnSpc>
                <a:spcPct val="99600"/>
              </a:lnSpc>
            </a:pPr>
            <a:r>
              <a:rPr lang="en-US" sz="5354" b="false" i="false" u="none" strike="noStrike" spc="-300">
                <a:solidFill>
                  <a:srgbClr val="5B7284"/>
                </a:solidFill>
                <a:latin typeface="Pretendard JP Regular"/>
                <a:ea typeface="Pretendard JP Regular"/>
                <a:cs typeface="Pretendard JP Regular"/>
              </a:rPr>
              <a:t>苦労した点</a:t>
            </a:r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9710400" y="11061700"/>
            <a:ext cx="889000" cy="8890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9710400" y="11061700"/>
            <a:ext cx="889000" cy="889000"/>
          </a:xfrm>
          <a:prstGeom prst="rect">
            <a:avLst/>
          </a:prstGeom>
        </p:spPr>
      </p:pic>
      <p:sp>
        <p:nvSpPr>
          <p:cNvPr name="TextBox 19" id="19"/>
          <p:cNvSpPr txBox="true"/>
          <p:nvPr/>
        </p:nvSpPr>
        <p:spPr>
          <a:xfrm rot="0">
            <a:off x="19646900" y="11188700"/>
            <a:ext cx="1028700" cy="647700"/>
          </a:xfrm>
          <a:prstGeom prst="rect">
            <a:avLst/>
          </a:prstGeom>
        </p:spPr>
        <p:txBody>
          <a:bodyPr anchor="t" rtlCol="false" lIns="0" tIns="17175" rIns="0" bIns="0"/>
          <a:lstStyle/>
          <a:p>
            <a:pPr algn="ctr" lvl="0">
              <a:lnSpc>
                <a:spcPct val="107899"/>
              </a:lnSpc>
            </a:pPr>
            <a:r>
              <a:rPr lang="en-US" sz="3643" b="false" i="false" u="none" strike="noStrike">
                <a:solidFill>
                  <a:srgbClr val="FFFFFF"/>
                </a:solidFill>
                <a:latin typeface="Pretendard JP Regular"/>
                <a:ea typeface="Pretendard JP Regular"/>
                <a:cs typeface="Pretendard JP Regular"/>
              </a:rPr>
              <a:t>7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0878800" y="11061700"/>
            <a:ext cx="3708400" cy="952500"/>
          </a:xfrm>
          <a:prstGeom prst="rect">
            <a:avLst/>
          </a:prstGeom>
        </p:spPr>
        <p:txBody>
          <a:bodyPr anchor="t" rtlCol="false" lIns="0" tIns="68004" rIns="0" bIns="0"/>
          <a:lstStyle/>
          <a:p>
            <a:pPr algn="l" lvl="0">
              <a:lnSpc>
                <a:spcPct val="99600"/>
              </a:lnSpc>
            </a:pPr>
            <a:r>
              <a:rPr lang="en-US" sz="5354" b="false" i="false" u="none" strike="noStrike" spc="-300">
                <a:solidFill>
                  <a:srgbClr val="5B7284"/>
                </a:solidFill>
                <a:latin typeface="Pretendard JP Regular"/>
                <a:ea typeface="Pretendard JP Regular"/>
                <a:cs typeface="Pretendard JP Regular"/>
              </a:rPr>
              <a:t>学んだこと</a:t>
            </a:r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054100" y="825500"/>
            <a:ext cx="1778000" cy="17780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054100" y="825500"/>
            <a:ext cx="1778000" cy="1778000"/>
          </a:xfrm>
          <a:prstGeom prst="rect">
            <a:avLst/>
          </a:prstGeom>
        </p:spPr>
      </p:pic>
      <p:sp>
        <p:nvSpPr>
          <p:cNvPr name="TextBox 23" id="23"/>
          <p:cNvSpPr txBox="true"/>
          <p:nvPr/>
        </p:nvSpPr>
        <p:spPr>
          <a:xfrm rot="0">
            <a:off x="1295400" y="1130300"/>
            <a:ext cx="1295400" cy="1155700"/>
          </a:xfrm>
          <a:prstGeom prst="rect">
            <a:avLst/>
          </a:prstGeom>
        </p:spPr>
        <p:txBody>
          <a:bodyPr anchor="t" rtlCol="false" lIns="0" tIns="67733" rIns="0" bIns="0"/>
          <a:lstStyle/>
          <a:p>
            <a:pPr algn="ctr" lvl="0">
              <a:lnSpc>
                <a:spcPct val="99600"/>
              </a:lnSpc>
            </a:pPr>
            <a:r>
              <a:rPr lang="en-US" sz="6379" b="false" i="false" u="none" strike="noStrike">
                <a:solidFill>
                  <a:srgbClr val="00496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16AC9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705600" y="6223000"/>
            <a:ext cx="5346700" cy="1257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7089" b="false" i="false" u="none" strike="noStrike">
                <a:solidFill>
                  <a:srgbClr val="F6F1CA"/>
                </a:solidFill>
                <a:latin typeface="Pretendard JP Bold"/>
                <a:ea typeface="Pretendard JP Bold"/>
                <a:cs typeface="Pretendard JP Bold"/>
              </a:rPr>
              <a:t>ゲームの流れ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206500" y="774700"/>
            <a:ext cx="14554200" cy="2260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2742" b="false" i="false" u="none" strike="noStrike">
                <a:solidFill>
                  <a:srgbClr val="FED860"/>
                </a:solidFill>
                <a:latin typeface="Pretendard JP Bold"/>
                <a:ea typeface="Pretendard JP Bold"/>
                <a:cs typeface="Pretendard JP Bold"/>
              </a:rPr>
              <a:t>ゲームの流れ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16AC98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705600" y="6223000"/>
            <a:ext cx="4495800" cy="1257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7089" b="false" i="false" u="none" strike="noStrike">
                <a:solidFill>
                  <a:srgbClr val="F6F1CA"/>
                </a:solidFill>
                <a:latin typeface="Pretendard JP Bold"/>
                <a:ea typeface="Pretendard JP Bold"/>
                <a:cs typeface="Pretendard JP Bold"/>
              </a:rPr>
              <a:t>工夫した点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206500" y="774700"/>
            <a:ext cx="14554200" cy="2260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2742" b="false" i="false" u="none" strike="noStrike">
                <a:solidFill>
                  <a:srgbClr val="FED860"/>
                </a:solidFill>
                <a:latin typeface="Pretendard JP Bold"/>
                <a:ea typeface="Pretendard JP Bold"/>
                <a:cs typeface="Pretendard JP Bold"/>
              </a:rPr>
              <a:t>工夫した点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9710400" y="0"/>
            <a:ext cx="4673600" cy="13716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9710400" y="533400"/>
            <a:ext cx="889000" cy="889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9710400" y="533400"/>
            <a:ext cx="889000" cy="8890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19646900" y="647700"/>
            <a:ext cx="1028700" cy="647700"/>
          </a:xfrm>
          <a:prstGeom prst="rect">
            <a:avLst/>
          </a:prstGeom>
        </p:spPr>
        <p:txBody>
          <a:bodyPr anchor="t" rtlCol="false" lIns="0" tIns="17175" rIns="0" bIns="0"/>
          <a:lstStyle/>
          <a:p>
            <a:pPr algn="ctr" lvl="0">
              <a:lnSpc>
                <a:spcPct val="107899"/>
              </a:lnSpc>
            </a:pPr>
            <a:r>
              <a:rPr lang="en-US" sz="3643" b="false" i="false" u="none" strike="noStrike">
                <a:solidFill>
                  <a:srgbClr val="FFFFFF"/>
                </a:solidFill>
                <a:latin typeface="Pretendard JP Regular"/>
                <a:ea typeface="Pretendard JP Regular"/>
                <a:cs typeface="Pretendard JP Regular"/>
              </a:rPr>
              <a:t>2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0878800" y="533400"/>
            <a:ext cx="3708400" cy="2667000"/>
          </a:xfrm>
          <a:prstGeom prst="rect">
            <a:avLst/>
          </a:prstGeom>
        </p:spPr>
        <p:txBody>
          <a:bodyPr anchor="t" rtlCol="false" lIns="0" tIns="68004" rIns="0" bIns="0"/>
          <a:lstStyle/>
          <a:p>
            <a:pPr algn="l" lvl="0">
              <a:lnSpc>
                <a:spcPct val="99600"/>
              </a:lnSpc>
            </a:pPr>
            <a:r>
              <a:rPr lang="en-US" sz="5354" b="false" i="false" u="none" strike="noStrike" spc="-300">
                <a:solidFill>
                  <a:srgbClr val="5B7284"/>
                </a:solidFill>
                <a:latin typeface="Pretendard JP Regular"/>
                <a:ea typeface="Pretendard JP Regular"/>
                <a:cs typeface="Pretendard JP Regular"/>
              </a:rPr>
              <a:t>作った理由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9710400" y="4051300"/>
            <a:ext cx="889000" cy="8890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9710400" y="4051300"/>
            <a:ext cx="889000" cy="889000"/>
          </a:xfrm>
          <a:prstGeom prst="rect">
            <a:avLst/>
          </a:prstGeom>
        </p:spPr>
      </p:pic>
      <p:sp>
        <p:nvSpPr>
          <p:cNvPr name="TextBox 11" id="11"/>
          <p:cNvSpPr txBox="true"/>
          <p:nvPr/>
        </p:nvSpPr>
        <p:spPr>
          <a:xfrm rot="0">
            <a:off x="19646900" y="4165600"/>
            <a:ext cx="1028700" cy="647700"/>
          </a:xfrm>
          <a:prstGeom prst="rect">
            <a:avLst/>
          </a:prstGeom>
        </p:spPr>
        <p:txBody>
          <a:bodyPr anchor="t" rtlCol="false" lIns="0" tIns="17175" rIns="0" bIns="0"/>
          <a:lstStyle/>
          <a:p>
            <a:pPr algn="ctr" lvl="0">
              <a:lnSpc>
                <a:spcPct val="107899"/>
              </a:lnSpc>
            </a:pPr>
            <a:r>
              <a:rPr lang="en-US" sz="3643" b="false" i="false" u="none" strike="noStrike">
                <a:solidFill>
                  <a:srgbClr val="FFFFFF"/>
                </a:solidFill>
                <a:latin typeface="Pretendard JP Regular"/>
                <a:ea typeface="Pretendard JP Regular"/>
                <a:cs typeface="Pretendard JP Regular"/>
              </a:rPr>
              <a:t>3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0878800" y="4051300"/>
            <a:ext cx="3708400" cy="952500"/>
          </a:xfrm>
          <a:prstGeom prst="rect">
            <a:avLst/>
          </a:prstGeom>
        </p:spPr>
        <p:txBody>
          <a:bodyPr anchor="t" rtlCol="false" lIns="0" tIns="68004" rIns="0" bIns="0"/>
          <a:lstStyle/>
          <a:p>
            <a:pPr algn="l" lvl="0">
              <a:lnSpc>
                <a:spcPct val="99600"/>
              </a:lnSpc>
            </a:pPr>
            <a:r>
              <a:rPr lang="en-US" sz="5354" b="false" i="false" u="none" strike="noStrike" spc="-300">
                <a:solidFill>
                  <a:srgbClr val="5B7284"/>
                </a:solidFill>
                <a:latin typeface="Pretendard JP Regular"/>
                <a:ea typeface="Pretendard JP Regular"/>
                <a:cs typeface="Pretendard JP Regular"/>
              </a:rPr>
              <a:t>主な機能</a:t>
            </a:r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9710400" y="7556500"/>
            <a:ext cx="889000" cy="8890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9710400" y="7556500"/>
            <a:ext cx="889000" cy="889000"/>
          </a:xfrm>
          <a:prstGeom prst="rect">
            <a:avLst/>
          </a:prstGeom>
        </p:spPr>
      </p:pic>
      <p:sp>
        <p:nvSpPr>
          <p:cNvPr name="TextBox 15" id="15"/>
          <p:cNvSpPr txBox="true"/>
          <p:nvPr/>
        </p:nvSpPr>
        <p:spPr>
          <a:xfrm rot="0">
            <a:off x="19646900" y="7670800"/>
            <a:ext cx="1028700" cy="647700"/>
          </a:xfrm>
          <a:prstGeom prst="rect">
            <a:avLst/>
          </a:prstGeom>
        </p:spPr>
        <p:txBody>
          <a:bodyPr anchor="t" rtlCol="false" lIns="0" tIns="17175" rIns="0" bIns="0"/>
          <a:lstStyle/>
          <a:p>
            <a:pPr algn="ctr" lvl="0">
              <a:lnSpc>
                <a:spcPct val="107899"/>
              </a:lnSpc>
            </a:pPr>
            <a:r>
              <a:rPr lang="en-US" sz="3643" b="false" i="false" u="none" strike="noStrike">
                <a:solidFill>
                  <a:srgbClr val="FFFFFF"/>
                </a:solidFill>
                <a:latin typeface="Pretendard JP Regular"/>
                <a:ea typeface="Pretendard JP Regular"/>
                <a:cs typeface="Pretendard JP Regular"/>
              </a:rPr>
              <a:t>4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0878800" y="7556500"/>
            <a:ext cx="3708400" cy="1765300"/>
          </a:xfrm>
          <a:prstGeom prst="rect">
            <a:avLst/>
          </a:prstGeom>
        </p:spPr>
        <p:txBody>
          <a:bodyPr anchor="t" rtlCol="false" lIns="0" tIns="68004" rIns="0" bIns="0"/>
          <a:lstStyle/>
          <a:p>
            <a:pPr algn="l" lvl="0">
              <a:lnSpc>
                <a:spcPct val="99600"/>
              </a:lnSpc>
            </a:pPr>
            <a:r>
              <a:rPr lang="en-US" sz="5354" b="false" i="false" u="none" strike="noStrike" spc="-300">
                <a:solidFill>
                  <a:srgbClr val="5B7284"/>
                </a:solidFill>
                <a:latin typeface="Pretendard JP Regular"/>
                <a:ea typeface="Pretendard JP Regular"/>
                <a:cs typeface="Pretendard JP Regular"/>
              </a:rPr>
              <a:t>ゲームの</a:t>
            </a:r>
          </a:p>
          <a:p>
            <a:pPr algn="l" lvl="0">
              <a:lnSpc>
                <a:spcPct val="99600"/>
              </a:lnSpc>
            </a:pPr>
            <a:r>
              <a:rPr lang="en-US" sz="5354" b="false" i="false" u="none" strike="noStrike" spc="-300">
                <a:solidFill>
                  <a:srgbClr val="5B7284"/>
                </a:solidFill>
                <a:latin typeface="Pretendard JP Regular"/>
                <a:ea typeface="Pretendard JP Regular"/>
                <a:cs typeface="Pretendard JP Regular"/>
              </a:rPr>
              <a:t>流れ</a:t>
            </a:r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9710400" y="11061700"/>
            <a:ext cx="889000" cy="8890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9710400" y="11061700"/>
            <a:ext cx="889000" cy="889000"/>
          </a:xfrm>
          <a:prstGeom prst="rect">
            <a:avLst/>
          </a:prstGeom>
        </p:spPr>
      </p:pic>
      <p:sp>
        <p:nvSpPr>
          <p:cNvPr name="TextBox 19" id="19"/>
          <p:cNvSpPr txBox="true"/>
          <p:nvPr/>
        </p:nvSpPr>
        <p:spPr>
          <a:xfrm rot="0">
            <a:off x="19646900" y="11188700"/>
            <a:ext cx="1028700" cy="647700"/>
          </a:xfrm>
          <a:prstGeom prst="rect">
            <a:avLst/>
          </a:prstGeom>
        </p:spPr>
        <p:txBody>
          <a:bodyPr anchor="t" rtlCol="false" lIns="0" tIns="17175" rIns="0" bIns="0"/>
          <a:lstStyle/>
          <a:p>
            <a:pPr algn="ctr" lvl="0">
              <a:lnSpc>
                <a:spcPct val="107899"/>
              </a:lnSpc>
            </a:pPr>
            <a:r>
              <a:rPr lang="en-US" sz="3643" b="false" i="false" u="none" strike="noStrike">
                <a:solidFill>
                  <a:srgbClr val="FFFFFF"/>
                </a:solidFill>
                <a:latin typeface="Pretendard JP Regular"/>
                <a:ea typeface="Pretendard JP Regular"/>
                <a:cs typeface="Pretendard JP Regular"/>
              </a:rPr>
              <a:t>5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0878800" y="11061700"/>
            <a:ext cx="3708400" cy="952500"/>
          </a:xfrm>
          <a:prstGeom prst="rect">
            <a:avLst/>
          </a:prstGeom>
        </p:spPr>
        <p:txBody>
          <a:bodyPr anchor="t" rtlCol="false" lIns="0" tIns="68004" rIns="0" bIns="0"/>
          <a:lstStyle/>
          <a:p>
            <a:pPr algn="l" lvl="0">
              <a:lnSpc>
                <a:spcPct val="99600"/>
              </a:lnSpc>
            </a:pPr>
            <a:r>
              <a:rPr lang="en-US" sz="5354" b="false" i="false" u="none" strike="noStrike" spc="-300">
                <a:solidFill>
                  <a:srgbClr val="5B7284"/>
                </a:solidFill>
                <a:latin typeface="Pretendard JP Regular"/>
                <a:ea typeface="Pretendard JP Regular"/>
                <a:cs typeface="Pretendard JP Regular"/>
              </a:rPr>
              <a:t>工夫した点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16AC98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705600" y="6223000"/>
            <a:ext cx="4495800" cy="1257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7089" b="false" i="false" u="none" strike="noStrike">
                <a:solidFill>
                  <a:srgbClr val="F6F1CA"/>
                </a:solidFill>
                <a:latin typeface="Pretendard JP Bold"/>
                <a:ea typeface="Pretendard JP Bold"/>
                <a:cs typeface="Pretendard JP Bold"/>
              </a:rPr>
              <a:t>苦労した点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206500" y="774700"/>
            <a:ext cx="14554200" cy="2260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2742" b="false" i="false" u="none" strike="noStrike">
                <a:solidFill>
                  <a:srgbClr val="FED860"/>
                </a:solidFill>
                <a:latin typeface="Pretendard JP Bold"/>
                <a:ea typeface="Pretendard JP Bold"/>
                <a:cs typeface="Pretendard JP Bold"/>
              </a:rPr>
              <a:t>苦労した点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9710400" y="0"/>
            <a:ext cx="4673600" cy="13716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9710400" y="533400"/>
            <a:ext cx="889000" cy="889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9710400" y="533400"/>
            <a:ext cx="889000" cy="8890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19646900" y="647700"/>
            <a:ext cx="1028700" cy="647700"/>
          </a:xfrm>
          <a:prstGeom prst="rect">
            <a:avLst/>
          </a:prstGeom>
        </p:spPr>
        <p:txBody>
          <a:bodyPr anchor="t" rtlCol="false" lIns="0" tIns="17175" rIns="0" bIns="0"/>
          <a:lstStyle/>
          <a:p>
            <a:pPr algn="ctr" lvl="0">
              <a:lnSpc>
                <a:spcPct val="107899"/>
              </a:lnSpc>
            </a:pPr>
            <a:r>
              <a:rPr lang="en-US" sz="3643" b="false" i="false" u="none" strike="noStrike">
                <a:solidFill>
                  <a:srgbClr val="FFFFFF"/>
                </a:solidFill>
                <a:latin typeface="Pretendard JP Regular"/>
                <a:ea typeface="Pretendard JP Regular"/>
                <a:cs typeface="Pretendard JP Regular"/>
              </a:rPr>
              <a:t>2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0878800" y="533400"/>
            <a:ext cx="3708400" cy="2667000"/>
          </a:xfrm>
          <a:prstGeom prst="rect">
            <a:avLst/>
          </a:prstGeom>
        </p:spPr>
        <p:txBody>
          <a:bodyPr anchor="t" rtlCol="false" lIns="0" tIns="68004" rIns="0" bIns="0"/>
          <a:lstStyle/>
          <a:p>
            <a:pPr algn="l" lvl="0">
              <a:lnSpc>
                <a:spcPct val="99600"/>
              </a:lnSpc>
            </a:pPr>
            <a:r>
              <a:rPr lang="en-US" sz="5354" b="false" i="false" u="none" strike="noStrike" spc="-300">
                <a:solidFill>
                  <a:srgbClr val="5B7284"/>
                </a:solidFill>
                <a:latin typeface="Pretendard JP Regular"/>
                <a:ea typeface="Pretendard JP Regular"/>
                <a:cs typeface="Pretendard JP Regular"/>
              </a:rPr>
              <a:t>作った理由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9710400" y="4051300"/>
            <a:ext cx="889000" cy="8890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9710400" y="4051300"/>
            <a:ext cx="889000" cy="889000"/>
          </a:xfrm>
          <a:prstGeom prst="rect">
            <a:avLst/>
          </a:prstGeom>
        </p:spPr>
      </p:pic>
      <p:sp>
        <p:nvSpPr>
          <p:cNvPr name="TextBox 11" id="11"/>
          <p:cNvSpPr txBox="true"/>
          <p:nvPr/>
        </p:nvSpPr>
        <p:spPr>
          <a:xfrm rot="0">
            <a:off x="19646900" y="4165600"/>
            <a:ext cx="1028700" cy="647700"/>
          </a:xfrm>
          <a:prstGeom prst="rect">
            <a:avLst/>
          </a:prstGeom>
        </p:spPr>
        <p:txBody>
          <a:bodyPr anchor="t" rtlCol="false" lIns="0" tIns="17175" rIns="0" bIns="0"/>
          <a:lstStyle/>
          <a:p>
            <a:pPr algn="ctr" lvl="0">
              <a:lnSpc>
                <a:spcPct val="107899"/>
              </a:lnSpc>
            </a:pPr>
            <a:r>
              <a:rPr lang="en-US" sz="3643" b="false" i="false" u="none" strike="noStrike">
                <a:solidFill>
                  <a:srgbClr val="FFFFFF"/>
                </a:solidFill>
                <a:latin typeface="Pretendard JP Regular"/>
                <a:ea typeface="Pretendard JP Regular"/>
                <a:cs typeface="Pretendard JP Regular"/>
              </a:rPr>
              <a:t>3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0878800" y="4051300"/>
            <a:ext cx="3708400" cy="952500"/>
          </a:xfrm>
          <a:prstGeom prst="rect">
            <a:avLst/>
          </a:prstGeom>
        </p:spPr>
        <p:txBody>
          <a:bodyPr anchor="t" rtlCol="false" lIns="0" tIns="68004" rIns="0" bIns="0"/>
          <a:lstStyle/>
          <a:p>
            <a:pPr algn="l" lvl="0">
              <a:lnSpc>
                <a:spcPct val="99600"/>
              </a:lnSpc>
            </a:pPr>
            <a:r>
              <a:rPr lang="en-US" sz="5354" b="false" i="false" u="none" strike="noStrike" spc="-300">
                <a:solidFill>
                  <a:srgbClr val="5B7284"/>
                </a:solidFill>
                <a:latin typeface="Pretendard JP Regular"/>
                <a:ea typeface="Pretendard JP Regular"/>
                <a:cs typeface="Pretendard JP Regular"/>
              </a:rPr>
              <a:t>主な機能</a:t>
            </a:r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9710400" y="7556500"/>
            <a:ext cx="889000" cy="8890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9710400" y="7556500"/>
            <a:ext cx="889000" cy="889000"/>
          </a:xfrm>
          <a:prstGeom prst="rect">
            <a:avLst/>
          </a:prstGeom>
        </p:spPr>
      </p:pic>
      <p:sp>
        <p:nvSpPr>
          <p:cNvPr name="TextBox 15" id="15"/>
          <p:cNvSpPr txBox="true"/>
          <p:nvPr/>
        </p:nvSpPr>
        <p:spPr>
          <a:xfrm rot="0">
            <a:off x="19646900" y="7670800"/>
            <a:ext cx="1028700" cy="647700"/>
          </a:xfrm>
          <a:prstGeom prst="rect">
            <a:avLst/>
          </a:prstGeom>
        </p:spPr>
        <p:txBody>
          <a:bodyPr anchor="t" rtlCol="false" lIns="0" tIns="17175" rIns="0" bIns="0"/>
          <a:lstStyle/>
          <a:p>
            <a:pPr algn="ctr" lvl="0">
              <a:lnSpc>
                <a:spcPct val="107899"/>
              </a:lnSpc>
            </a:pPr>
            <a:r>
              <a:rPr lang="en-US" sz="3643" b="false" i="false" u="none" strike="noStrike">
                <a:solidFill>
                  <a:srgbClr val="FFFFFF"/>
                </a:solidFill>
                <a:latin typeface="Pretendard JP Regular"/>
                <a:ea typeface="Pretendard JP Regular"/>
                <a:cs typeface="Pretendard JP Regular"/>
              </a:rPr>
              <a:t>4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0878800" y="7556500"/>
            <a:ext cx="3708400" cy="1765300"/>
          </a:xfrm>
          <a:prstGeom prst="rect">
            <a:avLst/>
          </a:prstGeom>
        </p:spPr>
        <p:txBody>
          <a:bodyPr anchor="t" rtlCol="false" lIns="0" tIns="68004" rIns="0" bIns="0"/>
          <a:lstStyle/>
          <a:p>
            <a:pPr algn="l" lvl="0">
              <a:lnSpc>
                <a:spcPct val="99600"/>
              </a:lnSpc>
            </a:pPr>
            <a:r>
              <a:rPr lang="en-US" sz="5354" b="false" i="false" u="none" strike="noStrike" spc="-300">
                <a:solidFill>
                  <a:srgbClr val="5B7284"/>
                </a:solidFill>
                <a:latin typeface="Pretendard JP Regular"/>
                <a:ea typeface="Pretendard JP Regular"/>
                <a:cs typeface="Pretendard JP Regular"/>
              </a:rPr>
              <a:t>ゲームの</a:t>
            </a:r>
          </a:p>
          <a:p>
            <a:pPr algn="l" lvl="0">
              <a:lnSpc>
                <a:spcPct val="99600"/>
              </a:lnSpc>
            </a:pPr>
            <a:r>
              <a:rPr lang="en-US" sz="5354" b="false" i="false" u="none" strike="noStrike" spc="-300">
                <a:solidFill>
                  <a:srgbClr val="5B7284"/>
                </a:solidFill>
                <a:latin typeface="Pretendard JP Regular"/>
                <a:ea typeface="Pretendard JP Regular"/>
                <a:cs typeface="Pretendard JP Regular"/>
              </a:rPr>
              <a:t>流れ</a:t>
            </a:r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9710400" y="11061700"/>
            <a:ext cx="889000" cy="8890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9710400" y="11061700"/>
            <a:ext cx="889000" cy="889000"/>
          </a:xfrm>
          <a:prstGeom prst="rect">
            <a:avLst/>
          </a:prstGeom>
        </p:spPr>
      </p:pic>
      <p:sp>
        <p:nvSpPr>
          <p:cNvPr name="TextBox 19" id="19"/>
          <p:cNvSpPr txBox="true"/>
          <p:nvPr/>
        </p:nvSpPr>
        <p:spPr>
          <a:xfrm rot="0">
            <a:off x="19646900" y="11188700"/>
            <a:ext cx="1028700" cy="647700"/>
          </a:xfrm>
          <a:prstGeom prst="rect">
            <a:avLst/>
          </a:prstGeom>
        </p:spPr>
        <p:txBody>
          <a:bodyPr anchor="t" rtlCol="false" lIns="0" tIns="17175" rIns="0" bIns="0"/>
          <a:lstStyle/>
          <a:p>
            <a:pPr algn="ctr" lvl="0">
              <a:lnSpc>
                <a:spcPct val="107899"/>
              </a:lnSpc>
            </a:pPr>
            <a:r>
              <a:rPr lang="en-US" sz="3643" b="false" i="false" u="none" strike="noStrike">
                <a:solidFill>
                  <a:srgbClr val="FFFFFF"/>
                </a:solidFill>
                <a:latin typeface="Pretendard JP Regular"/>
                <a:ea typeface="Pretendard JP Regular"/>
                <a:cs typeface="Pretendard JP Regular"/>
              </a:rPr>
              <a:t>5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0878800" y="11061700"/>
            <a:ext cx="3708400" cy="952500"/>
          </a:xfrm>
          <a:prstGeom prst="rect">
            <a:avLst/>
          </a:prstGeom>
        </p:spPr>
        <p:txBody>
          <a:bodyPr anchor="t" rtlCol="false" lIns="0" tIns="68004" rIns="0" bIns="0"/>
          <a:lstStyle/>
          <a:p>
            <a:pPr algn="l" lvl="0">
              <a:lnSpc>
                <a:spcPct val="99600"/>
              </a:lnSpc>
            </a:pPr>
            <a:r>
              <a:rPr lang="en-US" sz="5354" b="false" i="false" u="none" strike="noStrike" spc="-300">
                <a:solidFill>
                  <a:srgbClr val="5B7284"/>
                </a:solidFill>
                <a:latin typeface="Pretendard JP Regular"/>
                <a:ea typeface="Pretendard JP Regular"/>
                <a:cs typeface="Pretendard JP Regular"/>
              </a:rPr>
              <a:t>工夫した点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16AC98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705600" y="6223000"/>
            <a:ext cx="4495800" cy="1257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7089" b="false" i="false" u="none" strike="noStrike">
                <a:solidFill>
                  <a:srgbClr val="F6F1CA"/>
                </a:solidFill>
                <a:latin typeface="Pretendard JP Bold"/>
                <a:ea typeface="Pretendard JP Bold"/>
                <a:cs typeface="Pretendard JP Bold"/>
              </a:rPr>
              <a:t>学んだこと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206500" y="774700"/>
            <a:ext cx="14554200" cy="2260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2742" b="false" i="false" u="none" strike="noStrike">
                <a:solidFill>
                  <a:srgbClr val="FED860"/>
                </a:solidFill>
                <a:latin typeface="Pretendard JP Bold"/>
                <a:ea typeface="Pretendard JP Bold"/>
                <a:cs typeface="Pretendard JP Bold"/>
              </a:rPr>
              <a:t>学んだこと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9710400" y="0"/>
            <a:ext cx="4673600" cy="13716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9710400" y="533400"/>
            <a:ext cx="889000" cy="889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9710400" y="533400"/>
            <a:ext cx="889000" cy="8890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19646900" y="647700"/>
            <a:ext cx="1028700" cy="647700"/>
          </a:xfrm>
          <a:prstGeom prst="rect">
            <a:avLst/>
          </a:prstGeom>
        </p:spPr>
        <p:txBody>
          <a:bodyPr anchor="t" rtlCol="false" lIns="0" tIns="17175" rIns="0" bIns="0"/>
          <a:lstStyle/>
          <a:p>
            <a:pPr algn="ctr" lvl="0">
              <a:lnSpc>
                <a:spcPct val="107899"/>
              </a:lnSpc>
            </a:pPr>
            <a:r>
              <a:rPr lang="en-US" sz="3643" b="false" i="false" u="none" strike="noStrike">
                <a:solidFill>
                  <a:srgbClr val="FFFFFF"/>
                </a:solidFill>
                <a:latin typeface="Pretendard JP Regular"/>
                <a:ea typeface="Pretendard JP Regular"/>
                <a:cs typeface="Pretendard JP Regular"/>
              </a:rPr>
              <a:t>2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0878800" y="533400"/>
            <a:ext cx="3708400" cy="2667000"/>
          </a:xfrm>
          <a:prstGeom prst="rect">
            <a:avLst/>
          </a:prstGeom>
        </p:spPr>
        <p:txBody>
          <a:bodyPr anchor="t" rtlCol="false" lIns="0" tIns="68004" rIns="0" bIns="0"/>
          <a:lstStyle/>
          <a:p>
            <a:pPr algn="l" lvl="0">
              <a:lnSpc>
                <a:spcPct val="99600"/>
              </a:lnSpc>
            </a:pPr>
            <a:r>
              <a:rPr lang="en-US" sz="5354" b="false" i="false" u="none" strike="noStrike" spc="-300">
                <a:solidFill>
                  <a:srgbClr val="5B7284"/>
                </a:solidFill>
                <a:latin typeface="Pretendard JP Regular"/>
                <a:ea typeface="Pretendard JP Regular"/>
                <a:cs typeface="Pretendard JP Regular"/>
              </a:rPr>
              <a:t>作った理由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9710400" y="4051300"/>
            <a:ext cx="889000" cy="8890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9710400" y="4051300"/>
            <a:ext cx="889000" cy="889000"/>
          </a:xfrm>
          <a:prstGeom prst="rect">
            <a:avLst/>
          </a:prstGeom>
        </p:spPr>
      </p:pic>
      <p:sp>
        <p:nvSpPr>
          <p:cNvPr name="TextBox 11" id="11"/>
          <p:cNvSpPr txBox="true"/>
          <p:nvPr/>
        </p:nvSpPr>
        <p:spPr>
          <a:xfrm rot="0">
            <a:off x="19646900" y="4165600"/>
            <a:ext cx="1028700" cy="647700"/>
          </a:xfrm>
          <a:prstGeom prst="rect">
            <a:avLst/>
          </a:prstGeom>
        </p:spPr>
        <p:txBody>
          <a:bodyPr anchor="t" rtlCol="false" lIns="0" tIns="17175" rIns="0" bIns="0"/>
          <a:lstStyle/>
          <a:p>
            <a:pPr algn="ctr" lvl="0">
              <a:lnSpc>
                <a:spcPct val="107899"/>
              </a:lnSpc>
            </a:pPr>
            <a:r>
              <a:rPr lang="en-US" sz="3643" b="false" i="false" u="none" strike="noStrike">
                <a:solidFill>
                  <a:srgbClr val="FFFFFF"/>
                </a:solidFill>
                <a:latin typeface="Pretendard JP Regular"/>
                <a:ea typeface="Pretendard JP Regular"/>
                <a:cs typeface="Pretendard JP Regular"/>
              </a:rPr>
              <a:t>3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0878800" y="4051300"/>
            <a:ext cx="3708400" cy="952500"/>
          </a:xfrm>
          <a:prstGeom prst="rect">
            <a:avLst/>
          </a:prstGeom>
        </p:spPr>
        <p:txBody>
          <a:bodyPr anchor="t" rtlCol="false" lIns="0" tIns="68004" rIns="0" bIns="0"/>
          <a:lstStyle/>
          <a:p>
            <a:pPr algn="l" lvl="0">
              <a:lnSpc>
                <a:spcPct val="99600"/>
              </a:lnSpc>
            </a:pPr>
            <a:r>
              <a:rPr lang="en-US" sz="5354" b="false" i="false" u="none" strike="noStrike" spc="-300">
                <a:solidFill>
                  <a:srgbClr val="5B7284"/>
                </a:solidFill>
                <a:latin typeface="Pretendard JP Regular"/>
                <a:ea typeface="Pretendard JP Regular"/>
                <a:cs typeface="Pretendard JP Regular"/>
              </a:rPr>
              <a:t>主な機能</a:t>
            </a:r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9710400" y="7556500"/>
            <a:ext cx="889000" cy="8890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9710400" y="7556500"/>
            <a:ext cx="889000" cy="889000"/>
          </a:xfrm>
          <a:prstGeom prst="rect">
            <a:avLst/>
          </a:prstGeom>
        </p:spPr>
      </p:pic>
      <p:sp>
        <p:nvSpPr>
          <p:cNvPr name="TextBox 15" id="15"/>
          <p:cNvSpPr txBox="true"/>
          <p:nvPr/>
        </p:nvSpPr>
        <p:spPr>
          <a:xfrm rot="0">
            <a:off x="19646900" y="7670800"/>
            <a:ext cx="1028700" cy="647700"/>
          </a:xfrm>
          <a:prstGeom prst="rect">
            <a:avLst/>
          </a:prstGeom>
        </p:spPr>
        <p:txBody>
          <a:bodyPr anchor="t" rtlCol="false" lIns="0" tIns="17175" rIns="0" bIns="0"/>
          <a:lstStyle/>
          <a:p>
            <a:pPr algn="ctr" lvl="0">
              <a:lnSpc>
                <a:spcPct val="107899"/>
              </a:lnSpc>
            </a:pPr>
            <a:r>
              <a:rPr lang="en-US" sz="3643" b="false" i="false" u="none" strike="noStrike">
                <a:solidFill>
                  <a:srgbClr val="FFFFFF"/>
                </a:solidFill>
                <a:latin typeface="Pretendard JP Regular"/>
                <a:ea typeface="Pretendard JP Regular"/>
                <a:cs typeface="Pretendard JP Regular"/>
              </a:rPr>
              <a:t>4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0878800" y="7556500"/>
            <a:ext cx="3708400" cy="1765300"/>
          </a:xfrm>
          <a:prstGeom prst="rect">
            <a:avLst/>
          </a:prstGeom>
        </p:spPr>
        <p:txBody>
          <a:bodyPr anchor="t" rtlCol="false" lIns="0" tIns="68004" rIns="0" bIns="0"/>
          <a:lstStyle/>
          <a:p>
            <a:pPr algn="l" lvl="0">
              <a:lnSpc>
                <a:spcPct val="99600"/>
              </a:lnSpc>
            </a:pPr>
            <a:r>
              <a:rPr lang="en-US" sz="5354" b="false" i="false" u="none" strike="noStrike" spc="-300">
                <a:solidFill>
                  <a:srgbClr val="5B7284"/>
                </a:solidFill>
                <a:latin typeface="Pretendard JP Regular"/>
                <a:ea typeface="Pretendard JP Regular"/>
                <a:cs typeface="Pretendard JP Regular"/>
              </a:rPr>
              <a:t>ゲームの</a:t>
            </a:r>
          </a:p>
          <a:p>
            <a:pPr algn="l" lvl="0">
              <a:lnSpc>
                <a:spcPct val="99600"/>
              </a:lnSpc>
            </a:pPr>
            <a:r>
              <a:rPr lang="en-US" sz="5354" b="false" i="false" u="none" strike="noStrike" spc="-300">
                <a:solidFill>
                  <a:srgbClr val="5B7284"/>
                </a:solidFill>
                <a:latin typeface="Pretendard JP Regular"/>
                <a:ea typeface="Pretendard JP Regular"/>
                <a:cs typeface="Pretendard JP Regular"/>
              </a:rPr>
              <a:t>流れ</a:t>
            </a:r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9710400" y="11061700"/>
            <a:ext cx="889000" cy="8890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9710400" y="11061700"/>
            <a:ext cx="889000" cy="889000"/>
          </a:xfrm>
          <a:prstGeom prst="rect">
            <a:avLst/>
          </a:prstGeom>
        </p:spPr>
      </p:pic>
      <p:sp>
        <p:nvSpPr>
          <p:cNvPr name="TextBox 19" id="19"/>
          <p:cNvSpPr txBox="true"/>
          <p:nvPr/>
        </p:nvSpPr>
        <p:spPr>
          <a:xfrm rot="0">
            <a:off x="19646900" y="11188700"/>
            <a:ext cx="1028700" cy="647700"/>
          </a:xfrm>
          <a:prstGeom prst="rect">
            <a:avLst/>
          </a:prstGeom>
        </p:spPr>
        <p:txBody>
          <a:bodyPr anchor="t" rtlCol="false" lIns="0" tIns="17175" rIns="0" bIns="0"/>
          <a:lstStyle/>
          <a:p>
            <a:pPr algn="ctr" lvl="0">
              <a:lnSpc>
                <a:spcPct val="107899"/>
              </a:lnSpc>
            </a:pPr>
            <a:r>
              <a:rPr lang="en-US" sz="3643" b="false" i="false" u="none" strike="noStrike">
                <a:solidFill>
                  <a:srgbClr val="FFFFFF"/>
                </a:solidFill>
                <a:latin typeface="Pretendard JP Regular"/>
                <a:ea typeface="Pretendard JP Regular"/>
                <a:cs typeface="Pretendard JP Regular"/>
              </a:rPr>
              <a:t>5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0878800" y="11061700"/>
            <a:ext cx="3708400" cy="952500"/>
          </a:xfrm>
          <a:prstGeom prst="rect">
            <a:avLst/>
          </a:prstGeom>
        </p:spPr>
        <p:txBody>
          <a:bodyPr anchor="t" rtlCol="false" lIns="0" tIns="68004" rIns="0" bIns="0"/>
          <a:lstStyle/>
          <a:p>
            <a:pPr algn="l" lvl="0">
              <a:lnSpc>
                <a:spcPct val="99600"/>
              </a:lnSpc>
            </a:pPr>
            <a:r>
              <a:rPr lang="en-US" sz="5354" b="false" i="false" u="none" strike="noStrike" spc="-300">
                <a:solidFill>
                  <a:srgbClr val="5B7284"/>
                </a:solidFill>
                <a:latin typeface="Pretendard JP Regular"/>
                <a:ea typeface="Pretendard JP Regular"/>
                <a:cs typeface="Pretendard JP Regular"/>
              </a:rPr>
              <a:t>工夫した点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16AC98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705600" y="6223000"/>
            <a:ext cx="1955800" cy="1257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7089" b="false" i="false" u="none" strike="noStrike">
                <a:solidFill>
                  <a:srgbClr val="F6F1CA"/>
                </a:solidFill>
                <a:latin typeface="Pretendard JP Bold"/>
                <a:ea typeface="Pretendard JP Bold"/>
                <a:cs typeface="Pretendard JP Bold"/>
              </a:rPr>
              <a:t>今後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206500" y="774700"/>
            <a:ext cx="14554200" cy="2260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2742" b="false" i="false" u="none" strike="noStrike">
                <a:solidFill>
                  <a:srgbClr val="FED860"/>
                </a:solidFill>
                <a:latin typeface="Pretendard JP Bold"/>
                <a:ea typeface="Pretendard JP Bold"/>
                <a:cs typeface="Pretendard JP Bold"/>
              </a:rPr>
              <a:t>今後追加したい機能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9710400" y="0"/>
            <a:ext cx="4673600" cy="13716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9710400" y="533400"/>
            <a:ext cx="889000" cy="889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9710400" y="533400"/>
            <a:ext cx="889000" cy="8890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19646900" y="647700"/>
            <a:ext cx="1028700" cy="647700"/>
          </a:xfrm>
          <a:prstGeom prst="rect">
            <a:avLst/>
          </a:prstGeom>
        </p:spPr>
        <p:txBody>
          <a:bodyPr anchor="t" rtlCol="false" lIns="0" tIns="17175" rIns="0" bIns="0"/>
          <a:lstStyle/>
          <a:p>
            <a:pPr algn="ctr" lvl="0">
              <a:lnSpc>
                <a:spcPct val="107899"/>
              </a:lnSpc>
            </a:pPr>
            <a:r>
              <a:rPr lang="en-US" sz="3643" b="false" i="false" u="none" strike="noStrike">
                <a:solidFill>
                  <a:srgbClr val="FFFFFF"/>
                </a:solidFill>
                <a:latin typeface="Pretendard JP Regular"/>
                <a:ea typeface="Pretendard JP Regular"/>
                <a:cs typeface="Pretendard JP Regular"/>
              </a:rPr>
              <a:t>2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0878800" y="533400"/>
            <a:ext cx="3708400" cy="2667000"/>
          </a:xfrm>
          <a:prstGeom prst="rect">
            <a:avLst/>
          </a:prstGeom>
        </p:spPr>
        <p:txBody>
          <a:bodyPr anchor="t" rtlCol="false" lIns="0" tIns="68004" rIns="0" bIns="0"/>
          <a:lstStyle/>
          <a:p>
            <a:pPr algn="l" lvl="0">
              <a:lnSpc>
                <a:spcPct val="99600"/>
              </a:lnSpc>
            </a:pPr>
            <a:r>
              <a:rPr lang="en-US" sz="5354" b="false" i="false" u="none" strike="noStrike" spc="-300">
                <a:solidFill>
                  <a:srgbClr val="5B7284"/>
                </a:solidFill>
                <a:latin typeface="Pretendard JP Regular"/>
                <a:ea typeface="Pretendard JP Regular"/>
                <a:cs typeface="Pretendard JP Regular"/>
              </a:rPr>
              <a:t>作った理由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9710400" y="4051300"/>
            <a:ext cx="889000" cy="8890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9710400" y="4051300"/>
            <a:ext cx="889000" cy="889000"/>
          </a:xfrm>
          <a:prstGeom prst="rect">
            <a:avLst/>
          </a:prstGeom>
        </p:spPr>
      </p:pic>
      <p:sp>
        <p:nvSpPr>
          <p:cNvPr name="TextBox 11" id="11"/>
          <p:cNvSpPr txBox="true"/>
          <p:nvPr/>
        </p:nvSpPr>
        <p:spPr>
          <a:xfrm rot="0">
            <a:off x="19646900" y="4165600"/>
            <a:ext cx="1028700" cy="647700"/>
          </a:xfrm>
          <a:prstGeom prst="rect">
            <a:avLst/>
          </a:prstGeom>
        </p:spPr>
        <p:txBody>
          <a:bodyPr anchor="t" rtlCol="false" lIns="0" tIns="17175" rIns="0" bIns="0"/>
          <a:lstStyle/>
          <a:p>
            <a:pPr algn="ctr" lvl="0">
              <a:lnSpc>
                <a:spcPct val="107899"/>
              </a:lnSpc>
            </a:pPr>
            <a:r>
              <a:rPr lang="en-US" sz="3643" b="false" i="false" u="none" strike="noStrike">
                <a:solidFill>
                  <a:srgbClr val="FFFFFF"/>
                </a:solidFill>
                <a:latin typeface="Pretendard JP Regular"/>
                <a:ea typeface="Pretendard JP Regular"/>
                <a:cs typeface="Pretendard JP Regular"/>
              </a:rPr>
              <a:t>3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0878800" y="4051300"/>
            <a:ext cx="3708400" cy="952500"/>
          </a:xfrm>
          <a:prstGeom prst="rect">
            <a:avLst/>
          </a:prstGeom>
        </p:spPr>
        <p:txBody>
          <a:bodyPr anchor="t" rtlCol="false" lIns="0" tIns="68004" rIns="0" bIns="0"/>
          <a:lstStyle/>
          <a:p>
            <a:pPr algn="l" lvl="0">
              <a:lnSpc>
                <a:spcPct val="99600"/>
              </a:lnSpc>
            </a:pPr>
            <a:r>
              <a:rPr lang="en-US" sz="5354" b="false" i="false" u="none" strike="noStrike" spc="-300">
                <a:solidFill>
                  <a:srgbClr val="5B7284"/>
                </a:solidFill>
                <a:latin typeface="Pretendard JP Regular"/>
                <a:ea typeface="Pretendard JP Regular"/>
                <a:cs typeface="Pretendard JP Regular"/>
              </a:rPr>
              <a:t>主な機能</a:t>
            </a:r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9710400" y="7556500"/>
            <a:ext cx="889000" cy="8890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9710400" y="7556500"/>
            <a:ext cx="889000" cy="889000"/>
          </a:xfrm>
          <a:prstGeom prst="rect">
            <a:avLst/>
          </a:prstGeom>
        </p:spPr>
      </p:pic>
      <p:sp>
        <p:nvSpPr>
          <p:cNvPr name="TextBox 15" id="15"/>
          <p:cNvSpPr txBox="true"/>
          <p:nvPr/>
        </p:nvSpPr>
        <p:spPr>
          <a:xfrm rot="0">
            <a:off x="19646900" y="7670800"/>
            <a:ext cx="1028700" cy="647700"/>
          </a:xfrm>
          <a:prstGeom prst="rect">
            <a:avLst/>
          </a:prstGeom>
        </p:spPr>
        <p:txBody>
          <a:bodyPr anchor="t" rtlCol="false" lIns="0" tIns="17175" rIns="0" bIns="0"/>
          <a:lstStyle/>
          <a:p>
            <a:pPr algn="ctr" lvl="0">
              <a:lnSpc>
                <a:spcPct val="107899"/>
              </a:lnSpc>
            </a:pPr>
            <a:r>
              <a:rPr lang="en-US" sz="3643" b="false" i="false" u="none" strike="noStrike">
                <a:solidFill>
                  <a:srgbClr val="FFFFFF"/>
                </a:solidFill>
                <a:latin typeface="Pretendard JP Regular"/>
                <a:ea typeface="Pretendard JP Regular"/>
                <a:cs typeface="Pretendard JP Regular"/>
              </a:rPr>
              <a:t>4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0878800" y="7556500"/>
            <a:ext cx="3708400" cy="1765300"/>
          </a:xfrm>
          <a:prstGeom prst="rect">
            <a:avLst/>
          </a:prstGeom>
        </p:spPr>
        <p:txBody>
          <a:bodyPr anchor="t" rtlCol="false" lIns="0" tIns="68004" rIns="0" bIns="0"/>
          <a:lstStyle/>
          <a:p>
            <a:pPr algn="l" lvl="0">
              <a:lnSpc>
                <a:spcPct val="99600"/>
              </a:lnSpc>
            </a:pPr>
            <a:r>
              <a:rPr lang="en-US" sz="5354" b="false" i="false" u="none" strike="noStrike" spc="-300">
                <a:solidFill>
                  <a:srgbClr val="5B7284"/>
                </a:solidFill>
                <a:latin typeface="Pretendard JP Regular"/>
                <a:ea typeface="Pretendard JP Regular"/>
                <a:cs typeface="Pretendard JP Regular"/>
              </a:rPr>
              <a:t>ゲームの</a:t>
            </a:r>
          </a:p>
          <a:p>
            <a:pPr algn="l" lvl="0">
              <a:lnSpc>
                <a:spcPct val="99600"/>
              </a:lnSpc>
            </a:pPr>
            <a:r>
              <a:rPr lang="en-US" sz="5354" b="false" i="false" u="none" strike="noStrike" spc="-300">
                <a:solidFill>
                  <a:srgbClr val="5B7284"/>
                </a:solidFill>
                <a:latin typeface="Pretendard JP Regular"/>
                <a:ea typeface="Pretendard JP Regular"/>
                <a:cs typeface="Pretendard JP Regular"/>
              </a:rPr>
              <a:t>流れ</a:t>
            </a:r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9710400" y="11061700"/>
            <a:ext cx="889000" cy="8890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9710400" y="11061700"/>
            <a:ext cx="889000" cy="889000"/>
          </a:xfrm>
          <a:prstGeom prst="rect">
            <a:avLst/>
          </a:prstGeom>
        </p:spPr>
      </p:pic>
      <p:sp>
        <p:nvSpPr>
          <p:cNvPr name="TextBox 19" id="19"/>
          <p:cNvSpPr txBox="true"/>
          <p:nvPr/>
        </p:nvSpPr>
        <p:spPr>
          <a:xfrm rot="0">
            <a:off x="19646900" y="11188700"/>
            <a:ext cx="1028700" cy="647700"/>
          </a:xfrm>
          <a:prstGeom prst="rect">
            <a:avLst/>
          </a:prstGeom>
        </p:spPr>
        <p:txBody>
          <a:bodyPr anchor="t" rtlCol="false" lIns="0" tIns="17175" rIns="0" bIns="0"/>
          <a:lstStyle/>
          <a:p>
            <a:pPr algn="ctr" lvl="0">
              <a:lnSpc>
                <a:spcPct val="107899"/>
              </a:lnSpc>
            </a:pPr>
            <a:r>
              <a:rPr lang="en-US" sz="3643" b="false" i="false" u="none" strike="noStrike">
                <a:solidFill>
                  <a:srgbClr val="FFFFFF"/>
                </a:solidFill>
                <a:latin typeface="Pretendard JP Regular"/>
                <a:ea typeface="Pretendard JP Regular"/>
                <a:cs typeface="Pretendard JP Regular"/>
              </a:rPr>
              <a:t>5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0878800" y="11061700"/>
            <a:ext cx="3708400" cy="952500"/>
          </a:xfrm>
          <a:prstGeom prst="rect">
            <a:avLst/>
          </a:prstGeom>
        </p:spPr>
        <p:txBody>
          <a:bodyPr anchor="t" rtlCol="false" lIns="0" tIns="68004" rIns="0" bIns="0"/>
          <a:lstStyle/>
          <a:p>
            <a:pPr algn="l" lvl="0">
              <a:lnSpc>
                <a:spcPct val="99600"/>
              </a:lnSpc>
            </a:pPr>
            <a:r>
              <a:rPr lang="en-US" sz="5354" b="false" i="false" u="none" strike="noStrike" spc="-300">
                <a:solidFill>
                  <a:srgbClr val="5B7284"/>
                </a:solidFill>
                <a:latin typeface="Pretendard JP Regular"/>
                <a:ea typeface="Pretendard JP Regular"/>
                <a:cs typeface="Pretendard JP Regular"/>
              </a:rPr>
              <a:t>工夫した点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16AC9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705600" y="6223000"/>
            <a:ext cx="1955800" cy="1257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7089" b="false" i="false" u="none" strike="noStrike">
                <a:solidFill>
                  <a:srgbClr val="F6F1CA"/>
                </a:solidFill>
                <a:latin typeface="Pretendard JP Bold"/>
                <a:ea typeface="Pretendard JP Bold"/>
                <a:cs typeface="Pretendard JP Bold"/>
              </a:rPr>
              <a:t>実演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206500" y="774700"/>
            <a:ext cx="14554200" cy="2260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2742" b="false" i="false" u="none" strike="noStrike">
                <a:solidFill>
                  <a:srgbClr val="FED860"/>
                </a:solidFill>
                <a:latin typeface="Pretendard JP Bold"/>
                <a:ea typeface="Pretendard JP Bold"/>
                <a:cs typeface="Pretendard JP Bold"/>
              </a:rPr>
              <a:t>実演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