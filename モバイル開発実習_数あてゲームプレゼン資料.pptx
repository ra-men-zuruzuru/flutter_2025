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ECF99-5885-8CA7-DF2B-0CEA8FB80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4199D4-D070-6A51-7FD2-06B8F3D77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B329E8-09A6-C93D-9FD7-3BC67CEC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C9E759-41D5-BF74-2519-E9712D98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A6D79A-E790-1548-195E-EA3BC09E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06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28353-5D48-35BE-874F-59675B4B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C60D09-7939-E131-8CAF-E04F6613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034762-056D-7E42-C8F8-E62E867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1CACF5-1196-73C7-FF7C-B323574C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B29883-46FE-305B-8828-43CAD6E9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71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133BBE-AFFD-02A3-0BAD-5B931FF3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B37B58-EC58-693B-0A21-B840F5765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B34B08-C9EB-0B27-60D6-A039D406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89B711-E14E-D7E6-A3FF-03875233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B7B297-E1D5-CD66-B094-FA7D56E5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74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70F49-9ED3-2B39-055C-1E675D87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D9ED6B-C256-C575-54A0-70E88DA64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FD25BC-0C54-792B-E7BB-67BD26F06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CD081E-8E9B-6A78-6B8B-68739893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76A3C7-A95A-E1BA-548A-8C5A2A28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EC5A9C-B922-8DF2-DA54-916F1F42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94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7D3089-00F1-43DB-8F46-D05A993E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F9FED2-DD22-9008-2D80-5BD7BC905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0660C2-988B-F0E6-FD33-F82986433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89A87F-AD7D-7E80-5357-7CE804C7B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D5F4CE-BE5C-8091-29CB-4A3B48A77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5FB721-EE52-5149-DEEC-794C463E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93844E-04B5-63CB-49E7-5FAA0590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1DC8B0-9420-5FFB-57D5-9AE241F8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86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D065F-9A67-CA06-E4E4-9577CE33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2BEF4D-40D3-C019-9EA3-FF4BFAF6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C0C012-E32B-F0D8-06FA-E492C3F5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7A0CBD-26E5-F18A-9585-9589FDC5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34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C7333FE-4F25-FBAF-A571-C943F584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FB069C-7AE7-B285-4C69-462BA872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9FEF59-9C85-0F87-6E17-8E64B01C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21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85EC3-9382-8E04-7AFA-3F00F788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089489-DB9F-957C-A30C-E1BE2CC7B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0FC02C-8FE6-0496-5ED0-62216FEA6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9A369C-7540-6354-D413-6C1D9138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DBE08E-1BF2-EBBB-D218-7B8915E5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DA9C8D-D9B3-29EB-78EF-C2613500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64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1167C8-90CC-7593-415E-D66F53C0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7DA572-FEBD-E521-14E0-9C69A112C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8655B1-BEEC-1083-496F-95587B628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5F45F8-134A-7866-3156-A586ECE4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45CE93-A351-D463-AAA6-64FD8F66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519E67-1C07-AA7C-D7C6-F0B4537E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010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722E3-7005-FD7A-B413-338D53F2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968A36-AD5A-BC5A-F992-A9F4A5D8B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ACD414-89A6-BE07-9DA9-63407CC3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20AEF6-2EAF-B2C6-7EA4-5E0DC69B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DA309C-0793-7148-D9F1-B425AC8A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03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9CEC8F-29B3-22A5-922F-77DA228C6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74D88E-1484-14E8-E007-B13035CEF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6EB1D-2844-8CF4-393B-8C5CAA4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04E45B-5F85-6F82-E58C-78BE45C3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AEEC73-6F7C-D845-B401-06DA1E89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04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FADC23-ED33-1C13-F17D-C99900A4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47C332-2258-5925-2BD0-EDE0B631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20680D-E258-6AAB-BB86-5CF39B801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04F82-E079-488E-B351-25DDCF2C8407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5F0A6F-0B07-2D0C-52BE-0807F5D44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E4F2F6-A584-F105-C628-E3C1E3BCE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7861B-6921-40D9-B5FA-27F8C7029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39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DCF1A-FE17-A9A1-A22A-D78BC42BD7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数あてゲーム発表用資料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FD7921-CCDF-EE5E-A031-58E2BB609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五十嵐大希</a:t>
            </a:r>
          </a:p>
        </p:txBody>
      </p:sp>
    </p:spTree>
    <p:extLst>
      <p:ext uri="{BB962C8B-B14F-4D97-AF65-F5344CB8AC3E}">
        <p14:creationId xmlns:p14="http://schemas.microsoft.com/office/powerpoint/2010/main" val="56386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F98FC-2CE2-D182-0D3F-D6911228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もくじ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279780-7C9D-ABE3-C320-AFDCF6F8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１．作った動機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２．ゲームの内容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３．使った技術など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４．感想</a:t>
            </a:r>
          </a:p>
        </p:txBody>
      </p:sp>
    </p:spTree>
    <p:extLst>
      <p:ext uri="{BB962C8B-B14F-4D97-AF65-F5344CB8AC3E}">
        <p14:creationId xmlns:p14="http://schemas.microsoft.com/office/powerpoint/2010/main" val="313141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7F65F-0600-029A-F1E8-772063C7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１．作った動機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497497-D5AE-4748-1FD8-4B03449F3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インターンシップで数あてゲームを作った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せっかくだから数あてゲーム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3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4878A1-A5F0-57D5-9A21-EF92F926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２．ゲームの内容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2125E2-7573-6343-6896-C3712619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High&amp;Low</a:t>
            </a:r>
            <a:endParaRPr lang="en-US" altLang="ja-JP" dirty="0"/>
          </a:p>
          <a:p>
            <a:r>
              <a:rPr lang="en-US" altLang="ja-JP" dirty="0"/>
              <a:t>n</a:t>
            </a:r>
            <a:r>
              <a:rPr kumimoji="1" lang="ja-JP" altLang="en-US" dirty="0"/>
              <a:t>回以内に正解の数を当てる。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Hit&amp;Blow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答えとなる数字列の順列を当てる</a:t>
            </a:r>
          </a:p>
        </p:txBody>
      </p:sp>
    </p:spTree>
    <p:extLst>
      <p:ext uri="{BB962C8B-B14F-4D97-AF65-F5344CB8AC3E}">
        <p14:creationId xmlns:p14="http://schemas.microsoft.com/office/powerpoint/2010/main" val="399006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6ED954-28F7-8795-409E-6A404E19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３．使った技術など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5F5A4B-FB20-D35D-A29F-057ED841F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言語　</a:t>
            </a:r>
            <a:r>
              <a:rPr kumimoji="1" lang="en-US" altLang="ja-JP" dirty="0"/>
              <a:t>dart</a:t>
            </a:r>
          </a:p>
          <a:p>
            <a:r>
              <a:rPr lang="ja-JP" altLang="en-US" dirty="0"/>
              <a:t>フレームワーク　</a:t>
            </a:r>
            <a:r>
              <a:rPr lang="en-US" altLang="ja-JP" dirty="0"/>
              <a:t>flutter</a:t>
            </a:r>
          </a:p>
          <a:p>
            <a:r>
              <a:rPr kumimoji="1" lang="en-US" altLang="ja-JP" dirty="0"/>
              <a:t>ID</a:t>
            </a:r>
            <a:r>
              <a:rPr lang="en-US" altLang="ja-JP" dirty="0"/>
              <a:t>E</a:t>
            </a:r>
            <a:r>
              <a:rPr lang="ja-JP" altLang="en-US" dirty="0"/>
              <a:t>　</a:t>
            </a:r>
            <a:r>
              <a:rPr lang="en-US" altLang="ja-JP" dirty="0"/>
              <a:t>antigravity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270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E3BCBB-47FF-769A-E0DE-691AA2E1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４．感想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C36FBB-9016-7ABD-35EC-2E035EFDD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今まで</a:t>
            </a:r>
            <a:r>
              <a:rPr kumimoji="1" lang="en-US" altLang="ja-JP" dirty="0"/>
              <a:t>copilot</a:t>
            </a:r>
            <a:r>
              <a:rPr kumimoji="1" lang="ja-JP" altLang="en-US" dirty="0"/>
              <a:t>等のコーディングに対して補助的な役割だった</a:t>
            </a:r>
            <a:r>
              <a:rPr kumimoji="1" lang="en-US" altLang="ja-JP" dirty="0"/>
              <a:t>AI</a:t>
            </a:r>
            <a:r>
              <a:rPr lang="ja-JP" altLang="en-US" dirty="0"/>
              <a:t>エージェント</a:t>
            </a:r>
            <a:r>
              <a:rPr kumimoji="1" lang="ja-JP" altLang="en-US" dirty="0"/>
              <a:t>を使ってきたが、今回初めて使った</a:t>
            </a:r>
            <a:r>
              <a:rPr kumimoji="1" lang="en-US" altLang="ja-JP" dirty="0"/>
              <a:t>antigravity</a:t>
            </a:r>
            <a:r>
              <a:rPr kumimoji="1" lang="ja-JP" altLang="en-US" dirty="0"/>
              <a:t>では</a:t>
            </a:r>
            <a:r>
              <a:rPr lang="ja-JP" altLang="en-US" dirty="0"/>
              <a:t>設計、試作品作成、テストを自律的に行うので非常に楽だった。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今後はコーディング能力に加えて、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に適切な指示を行うため</a:t>
            </a:r>
            <a:r>
              <a:rPr kumimoji="1" lang="ja-JP" altLang="en-US"/>
              <a:t>のプロンプトエンジニアリングも問われて</a:t>
            </a:r>
            <a:r>
              <a:rPr kumimoji="1" lang="ja-JP" altLang="en-US" dirty="0"/>
              <a:t>くるのかなと思った。</a:t>
            </a:r>
          </a:p>
        </p:txBody>
      </p:sp>
    </p:spTree>
    <p:extLst>
      <p:ext uri="{BB962C8B-B14F-4D97-AF65-F5344CB8AC3E}">
        <p14:creationId xmlns:p14="http://schemas.microsoft.com/office/powerpoint/2010/main" val="247880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FA4A6-C01B-128F-3C04-43675391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2026</a:t>
            </a:r>
            <a:r>
              <a:rPr kumimoji="1" lang="ja-JP" altLang="en-US" sz="3600" dirty="0"/>
              <a:t>　前期モバイルアプリ実習　実装すること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8B2D0E-5089-7D1C-4DD6-85014DFA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/>
              <a:t>掛け金を用い、勝ち負けで</a:t>
            </a:r>
            <a:r>
              <a:rPr lang="ja-JP" altLang="en-US" dirty="0"/>
              <a:t>持ち金</a:t>
            </a:r>
            <a:r>
              <a:rPr lang="ja-JP" altLang="ja-JP" dirty="0"/>
              <a:t>が増減するようなものを作</a:t>
            </a:r>
            <a:r>
              <a:rPr lang="ja-JP" altLang="en-US" dirty="0"/>
              <a:t>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ja-JP" dirty="0"/>
              <a:t>データベースを用いてランキング</a:t>
            </a:r>
            <a:r>
              <a:rPr lang="ja-JP" altLang="en-US" dirty="0"/>
              <a:t>を作る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→</a:t>
            </a:r>
            <a:r>
              <a:rPr lang="en-US" altLang="ja-JP" dirty="0" err="1"/>
              <a:t>supabase</a:t>
            </a:r>
            <a:r>
              <a:rPr lang="ja-JP" altLang="en-US"/>
              <a:t>というサービスを使う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262162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103450-648A-54CE-3920-33A5D74D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開発環境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D447E-D6EE-1CB6-805D-77557004E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Vscode</a:t>
            </a:r>
            <a:r>
              <a:rPr kumimoji="1" lang="en-US" altLang="ja-JP" dirty="0"/>
              <a:t> 1.119.0</a:t>
            </a:r>
          </a:p>
          <a:p>
            <a:r>
              <a:rPr lang="en-US" altLang="ja-JP" dirty="0"/>
              <a:t>Android SDK 36.0.0</a:t>
            </a:r>
          </a:p>
          <a:p>
            <a:r>
              <a:rPr kumimoji="1" lang="en-US" altLang="ja-JP" dirty="0"/>
              <a:t>Flutter 3.35.6</a:t>
            </a:r>
          </a:p>
          <a:p>
            <a:r>
              <a:rPr kumimoji="1" lang="en-US" altLang="ja-JP" dirty="0"/>
              <a:t>D</a:t>
            </a:r>
            <a:r>
              <a:rPr lang="en-US" altLang="ja-JP" dirty="0"/>
              <a:t>art 3.9.2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6656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194</Words>
  <Application>Microsoft Office PowerPoint</Application>
  <PresentationFormat>ワイド画面</PresentationFormat>
  <Paragraphs>36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数あてゲーム発表用資料</vt:lpstr>
      <vt:lpstr>もくじ</vt:lpstr>
      <vt:lpstr>１．作った動機</vt:lpstr>
      <vt:lpstr>２．ゲームの内容</vt:lpstr>
      <vt:lpstr>３．使った技術など</vt:lpstr>
      <vt:lpstr>４．感想</vt:lpstr>
      <vt:lpstr>2026　前期モバイルアプリ実習　実装すること</vt:lpstr>
      <vt:lpstr>開発環境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五十嵐 大希(zeal23410012)</dc:creator>
  <cp:lastModifiedBy>五十嵐 大希(zeal23410012)</cp:lastModifiedBy>
  <cp:revision>20</cp:revision>
  <dcterms:created xsi:type="dcterms:W3CDTF">2026-01-21T02:59:37Z</dcterms:created>
  <dcterms:modified xsi:type="dcterms:W3CDTF">2026-05-20T00:33:35Z</dcterms:modified>
</cp:coreProperties>
</file>